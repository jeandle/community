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73" r:id="rId4"/>
    <p:sldId id="27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2653"/>
  </p:normalViewPr>
  <p:slideViewPr>
    <p:cSldViewPr snapToGrid="0">
      <p:cViewPr varScale="1">
        <p:scale>
          <a:sx n="105" d="100"/>
          <a:sy n="105" d="100"/>
        </p:scale>
        <p:origin x="1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andle/community/issues/25#issuecomment-368851806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Dec </a:t>
            </a:r>
            <a:r>
              <a:rPr lang="en-US" altLang="zh-CN" sz="2400" dirty="0"/>
              <a:t>25</a:t>
            </a:r>
            <a:r>
              <a:rPr lang="en" altLang="zh-CN" sz="2400" dirty="0"/>
              <a:t>, 2025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561588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189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Support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uncommon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Let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LLVM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introduce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external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symbols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exceptions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Call_VM</a:t>
            </a:r>
            <a:endParaRPr kumimoji="1" lang="en-US" altLang="zh-CN" sz="20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Add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time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tracing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for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jeandle</a:t>
            </a:r>
            <a:endParaRPr kumimoji="1" lang="en-U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>
                <a:hlinkClick r:id="rId3"/>
              </a:rPr>
              <a:t>https://github.com/jeandle/community/issues/25#issuecomment-3688518064</a:t>
            </a:r>
            <a:endParaRPr kumimoji="1" lang="e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7FAB5-4B6B-F2DD-21B7-8487BAC6A0B3}"/>
              </a:ext>
            </a:extLst>
          </p:cNvPr>
          <p:cNvSpPr txBox="1"/>
          <p:nvPr/>
        </p:nvSpPr>
        <p:spPr>
          <a:xfrm>
            <a:off x="810768" y="3908208"/>
            <a:ext cx="2592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Others</a:t>
            </a:r>
            <a:r>
              <a:rPr kumimoji="1" lang="zh-CN" altLang="en-US" sz="2400" dirty="0">
                <a:sym typeface="Wingdings" pitchFamily="2" charset="2"/>
              </a:rPr>
              <a:t> </a:t>
            </a:r>
            <a:r>
              <a:rPr kumimoji="1" lang="en-US" altLang="zh-CN" sz="2400" dirty="0">
                <a:sym typeface="Wingdings" pitchFamily="2" charset="2"/>
              </a:rPr>
              <a:t>(bug</a:t>
            </a:r>
            <a:r>
              <a:rPr kumimoji="1" lang="zh-CN" altLang="en-US" sz="2400" dirty="0">
                <a:sym typeface="Wingdings" pitchFamily="2" charset="2"/>
              </a:rPr>
              <a:t> </a:t>
            </a:r>
            <a:r>
              <a:rPr kumimoji="1" lang="en-US" altLang="zh-CN" sz="2400" dirty="0">
                <a:sym typeface="Wingdings" pitchFamily="2" charset="2"/>
              </a:rPr>
              <a:t>fixes):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7870BA-7E94-12B1-55CF-83DC8519C507}"/>
              </a:ext>
            </a:extLst>
          </p:cNvPr>
          <p:cNvSpPr txBox="1"/>
          <p:nvPr/>
        </p:nvSpPr>
        <p:spPr>
          <a:xfrm>
            <a:off x="1152145" y="4369873"/>
            <a:ext cx="10277856" cy="189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U</a:t>
            </a:r>
            <a:r>
              <a:rPr lang="en" altLang="zh-CN" sz="2000" dirty="0"/>
              <a:t>se section end offset to adapt to the expansion of the code buffer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C</a:t>
            </a:r>
            <a:r>
              <a:rPr lang="en" altLang="zh-CN" sz="2000" dirty="0" err="1"/>
              <a:t>onfirm</a:t>
            </a:r>
            <a:r>
              <a:rPr lang="en" altLang="zh-CN" sz="2000" dirty="0"/>
              <a:t> the stub code section has enough space to avoid expanding</a:t>
            </a:r>
            <a:r>
              <a:rPr lang="zh-CN" altLang="en-US" sz="2000" dirty="0"/>
              <a:t> </a:t>
            </a: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patching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</a:t>
            </a:r>
            <a:r>
              <a:rPr lang="en" altLang="zh-CN" sz="2000" dirty="0" err="1"/>
              <a:t>nvalidate</a:t>
            </a:r>
            <a:r>
              <a:rPr lang="en" altLang="zh-CN" sz="2000" dirty="0"/>
              <a:t> instruction cache after patching data </a:t>
            </a:r>
            <a:r>
              <a:rPr lang="en" altLang="zh-CN" sz="2000" dirty="0" err="1"/>
              <a:t>valu</a:t>
            </a:r>
            <a:r>
              <a:rPr lang="en-US" altLang="zh-CN" sz="2000" dirty="0"/>
              <a:t>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Report a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error instead of crashing when </a:t>
            </a:r>
            <a:r>
              <a:rPr lang="en" altLang="zh-CN" sz="2000" dirty="0" err="1"/>
              <a:t>CodeCache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full</a:t>
            </a:r>
            <a:endParaRPr lang="e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1365504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574259" y="2023872"/>
            <a:ext cx="9995949" cy="2815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Insert uncommon traps into all bytecodes that require insertion.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Support Class initialization barrier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Avoid repeated optimizations for </a:t>
            </a:r>
            <a:r>
              <a:rPr kumimoji="1" lang="en" altLang="zh-CN" sz="2000" dirty="0" err="1"/>
              <a:t>JavaOps</a:t>
            </a:r>
            <a:r>
              <a:rPr kumimoji="1" lang="en" altLang="zh-CN" sz="2000" dirty="0"/>
              <a:t> in separate compilations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Upgrade LLVM baseline to 22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b="1" dirty="0"/>
              <a:t>Next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Month:</a:t>
            </a:r>
            <a:r>
              <a:rPr kumimoji="1" lang="zh-CN" altLang="en-US" sz="2000" b="1" dirty="0"/>
              <a:t> </a:t>
            </a:r>
            <a:r>
              <a:rPr kumimoji="1" lang="en" altLang="zh-CN" sz="2000" dirty="0"/>
              <a:t>Begin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handling</a:t>
            </a:r>
            <a:r>
              <a:rPr kumimoji="1" lang="zh-CN" altLang="en-US" sz="2000" dirty="0"/>
              <a:t> </a:t>
            </a:r>
            <a:r>
              <a:rPr lang="en" altLang="zh-CN" dirty="0"/>
              <a:t>complete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tier 1 cases and release the baseline for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some</a:t>
            </a:r>
            <a:r>
              <a:rPr kumimoji="1" lang="en" altLang="zh-CN" sz="2000" dirty="0"/>
              <a:t> benchmark</a:t>
            </a:r>
            <a:r>
              <a:rPr kumimoji="1" lang="en-US" altLang="zh-CN" sz="2000" dirty="0"/>
              <a:t>s</a:t>
            </a:r>
            <a:r>
              <a:rPr kumimoji="1" lang="en" altLang="zh-CN" sz="2000" dirty="0"/>
              <a:t>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8878</TotalTime>
  <Words>174</Words>
  <Application>Microsoft Macintosh PowerPoint</Application>
  <PresentationFormat>宽屏</PresentationFormat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cp:revision>39</cp:revision>
  <dcterms:created xsi:type="dcterms:W3CDTF">2025-06-30T08:06:34Z</dcterms:created>
  <dcterms:modified xsi:type="dcterms:W3CDTF">2025-12-25T03:24:36Z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