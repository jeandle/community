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78" r:id="rId4"/>
    <p:sldId id="277" r:id="rId5"/>
    <p:sldId id="276" r:id="rId6"/>
    <p:sldId id="27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71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/>
    <p:restoredTop sz="82915"/>
  </p:normalViewPr>
  <p:slideViewPr>
    <p:cSldViewPr snapToGrid="0">
      <p:cViewPr varScale="1">
        <p:scale>
          <a:sx n="102" d="100"/>
          <a:sy n="102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9A3D5-F290-6944-B387-84B67D9151D7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923B8-FCC4-A548-9E39-961ED1B5B4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05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18368-E32D-E698-41CD-CF99C209C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2B180C-3C12-65D9-A338-D93CCB697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8006FF-F328-2A92-E9D3-7D8DC6E7E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82538-4237-7403-DA1B-A2148A535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923B8-FCC4-A548-9E39-961ED1B5B4C7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561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9360A-CC4A-FF9E-547B-2ACAE34D5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A1E0C1-4D2C-E6F3-D11D-AA3476833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86BBB-CC3D-860A-8C76-1940A1CE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6161A-3C22-9CA0-41F5-74E0A6A8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3B318-4810-2A78-EAB6-B126C103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506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9F034-5C96-1025-AC91-7F7DC41C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0427B-9E99-C190-7134-6DBB8CA4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C597C-1EF9-56A3-8C07-6D38ECFC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15530-09E6-20F8-CAED-C91EC20E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BFD9A-0D85-4AB8-F024-5637F470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58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BFC43-B43C-B4AA-1B69-A0507416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44811C-6522-A348-02AA-E7DCF596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8C1C5-940D-3B24-67B4-BC199CDB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9534B-4365-A9B0-4D40-09FE786C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3B9AA-268A-B28F-182A-66310EFF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16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1EA55-B6B4-A07F-A515-8E391311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953D-99F2-0C29-9A74-34A5F906A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A3D877-1312-9E60-65B3-7CA6CEEF1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D684C-C3B7-15ED-B5CF-C9E9235D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E2F953-329C-2738-575E-CBA0B05F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A7D2D-B4DE-0DF1-4691-19C8CC9A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084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29C3A-6030-60E5-2301-B2301EDB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5CBBBE-BA04-7189-31FA-BE654B842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518FF-FF26-1A17-D4EF-977BB10CE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A8D152-B3E3-1E2B-A8BB-191365DDA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D73CA1-124B-B0E8-4461-CCFFBDC3C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4DA84D-2A44-8F8E-4FFF-17CAA991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089759-2AC7-5D0B-5B11-B751DA3C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42E128-EE9D-EF29-7DEF-7C0DCF18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003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ED7A9-5A74-559F-85D2-57326E7D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3E91BE-893E-1817-F73E-61671C8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37F2AB-5C43-F465-7F2A-75E7B883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901FD4-05BA-FCD5-312B-8F2C43A4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281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DC62AA-62E1-2A47-E17C-05D090DF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BA190E-3CB7-A7B0-119C-00A2F512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D4DD15-D56A-3EB8-1711-B8560213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812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75A43-DF8D-936B-B7DD-490B053A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41040-D918-C77F-9385-E331E747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D4BD51-12A3-485A-EDF8-F5F444632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D52AE4-320A-9061-33C7-F00AFCD5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64DFB-437C-E0F3-1462-C3FF0218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F505AF-9B5F-3D16-1741-FCFD28E7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45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160CE-303B-5AF9-E966-906BE662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90CAC2-5C2D-BAE1-6954-91B67DF54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AEC76F-9E88-31DE-4A89-C3EF0FB16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E7AE3F-535D-5464-C195-AD34F8E3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155150-F31C-C987-B19E-775EECF1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79989A-3B10-41BB-608A-4FD7F46F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80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3231B-FB0C-58EE-9883-4854A5E0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480AD9-6B9E-964A-367B-6A9966F5A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0CE12-D543-DA8F-7D19-D266A531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BE8F4-C7F1-EC4F-BC15-F07F0383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E1370-4408-493F-9984-25270E90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25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DE82E1-3916-47CF-46E0-E2567F714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0F44BD-0B2E-8DE8-AE5C-6C8AAE9FD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F7CE54-C94C-BA3D-E4C4-BBDF2855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F1DBF-58FA-90F6-D3FD-76FFF8B1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22584-9BAE-32F5-6A91-F8732C5E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36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13FEEA-44AF-CC96-665B-CC4F4091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DF2608-653F-C6C3-5354-441E98C28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F79BE-1E40-DA3C-07CD-2C092F94A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0E795-3276-4D4F-8A17-5B45B0C91768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4A662-42BB-EA73-1174-D486E7A77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67F7AF-60FD-A6A5-D8C0-8EFEF9B6B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07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andle/community/issues/21#issuecomment-358178597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andle/community/issues/21#issuecomment-358178597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andle/jeandle-jdk/pull/21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eandle/jeandle-jdk/pull/218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E5DB7BB-9386-4A84-CE7D-4B676B27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3" y="1266884"/>
            <a:ext cx="7312572" cy="19149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E2E938B-B177-CB61-2445-AB90DED914B6}"/>
              </a:ext>
            </a:extLst>
          </p:cNvPr>
          <p:cNvSpPr txBox="1"/>
          <p:nvPr/>
        </p:nvSpPr>
        <p:spPr>
          <a:xfrm>
            <a:off x="4193875" y="3676205"/>
            <a:ext cx="3804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Community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Meeting</a:t>
            </a:r>
            <a:endParaRPr kumimoji="1" lang="zh-CN" altLang="en-US" sz="3200" dirty="0"/>
          </a:p>
        </p:txBody>
      </p:sp>
      <p:sp>
        <p:nvSpPr>
          <p:cNvPr id="8" name="文本框 7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D9305F-55AB-C8E9-6D01-38D293071915}"/>
              </a:ext>
            </a:extLst>
          </p:cNvPr>
          <p:cNvSpPr txBox="1"/>
          <p:nvPr/>
        </p:nvSpPr>
        <p:spPr>
          <a:xfrm>
            <a:off x="8766048" y="5023104"/>
            <a:ext cx="1936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Nov</a:t>
            </a:r>
            <a:r>
              <a:rPr lang="zh-CN" altLang="en-US" sz="2400" dirty="0"/>
              <a:t> </a:t>
            </a:r>
            <a:r>
              <a:rPr lang="en-US" altLang="zh-CN" sz="2400" dirty="0"/>
              <a:t>27</a:t>
            </a:r>
            <a:r>
              <a:rPr lang="en" altLang="zh-CN" sz="2400" dirty="0"/>
              <a:t>, 2025</a:t>
            </a:r>
          </a:p>
        </p:txBody>
      </p:sp>
      <p:sp>
        <p:nvSpPr>
          <p:cNvPr id="9" name="文本框 8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175019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355E-0164-FF8B-CD2D-ACD2AE8B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64A536-4D11-D6CD-DF3E-BE811EF13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639F3E-39BB-E44D-C81D-1FE0CBAAA353}"/>
              </a:ext>
            </a:extLst>
          </p:cNvPr>
          <p:cNvSpPr txBox="1"/>
          <p:nvPr/>
        </p:nvSpPr>
        <p:spPr>
          <a:xfrm>
            <a:off x="573024" y="414528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Project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Progress</a:t>
            </a:r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6EE3DD-C129-48D9-357A-2E2E502EF2CF}"/>
              </a:ext>
            </a:extLst>
          </p:cNvPr>
          <p:cNvSpPr txBox="1"/>
          <p:nvPr/>
        </p:nvSpPr>
        <p:spPr>
          <a:xfrm>
            <a:off x="926592" y="1577655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Progress: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80CB7B-277F-EA67-AF83-2785499A8D57}"/>
              </a:ext>
            </a:extLst>
          </p:cNvPr>
          <p:cNvSpPr txBox="1"/>
          <p:nvPr/>
        </p:nvSpPr>
        <p:spPr>
          <a:xfrm>
            <a:off x="1326433" y="2042298"/>
            <a:ext cx="8229318" cy="1430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Support</a:t>
            </a:r>
            <a:r>
              <a:rPr lang="zh-CN" altLang="en-US" sz="2000" dirty="0"/>
              <a:t> </a:t>
            </a:r>
            <a:r>
              <a:rPr lang="en-US" altLang="zh-CN" sz="2000" dirty="0"/>
              <a:t>implicit</a:t>
            </a:r>
            <a:r>
              <a:rPr lang="en" altLang="zh-CN" sz="2000" dirty="0"/>
              <a:t> null checks for needed bytecodes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Support throw/try/catch for AArch64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Provide Dockerfiles for </a:t>
            </a:r>
            <a:r>
              <a:rPr lang="en" altLang="zh-CN" sz="2000" dirty="0" err="1"/>
              <a:t>jeandle</a:t>
            </a:r>
            <a:r>
              <a:rPr lang="en" altLang="zh-CN" sz="2000" dirty="0"/>
              <a:t> building and development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2CB247-E682-5D5E-4D2E-B4F06EBD7A35}"/>
              </a:ext>
            </a:extLst>
          </p:cNvPr>
          <p:cNvSpPr txBox="1"/>
          <p:nvPr/>
        </p:nvSpPr>
        <p:spPr>
          <a:xfrm>
            <a:off x="926592" y="1073035"/>
            <a:ext cx="1000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issues:</a:t>
            </a:r>
            <a:r>
              <a:rPr kumimoji="1" lang="zh-CN" altLang="en-US" dirty="0"/>
              <a:t> </a:t>
            </a:r>
            <a:r>
              <a:rPr kumimoji="1" lang="en" altLang="zh-CN" dirty="0">
                <a:hlinkClick r:id="rId3"/>
              </a:rPr>
              <a:t>https://github.com/jeandle/community/issues/21#issuecomment-3581785975</a:t>
            </a:r>
            <a:endParaRPr kumimoji="1" lang="en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C4D4DB-FA89-48C7-0099-A12EC56366AA}"/>
              </a:ext>
            </a:extLst>
          </p:cNvPr>
          <p:cNvSpPr txBox="1"/>
          <p:nvPr/>
        </p:nvSpPr>
        <p:spPr>
          <a:xfrm>
            <a:off x="1326433" y="3884908"/>
            <a:ext cx="9123495" cy="2353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A crash occurred while handling multiple exception points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Track java basic type in </a:t>
            </a:r>
            <a:r>
              <a:rPr lang="en" altLang="zh-CN" sz="2000" dirty="0" err="1"/>
              <a:t>JeandleVMState</a:t>
            </a:r>
            <a:endParaRPr lang="en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Jeandle feature macros are not used properly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Mangle dumped filename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Update</a:t>
            </a:r>
            <a:r>
              <a:rPr lang="zh-CN" altLang="en-US" sz="2000" dirty="0"/>
              <a:t> </a:t>
            </a:r>
            <a:r>
              <a:rPr lang="en-US" altLang="zh-CN" sz="2000" dirty="0"/>
              <a:t>Documents</a:t>
            </a:r>
            <a:endParaRPr lang="en" altLang="zh-CN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905A23-7BB8-D286-C81B-FEE20D51365E}"/>
              </a:ext>
            </a:extLst>
          </p:cNvPr>
          <p:cNvSpPr txBox="1"/>
          <p:nvPr/>
        </p:nvSpPr>
        <p:spPr>
          <a:xfrm>
            <a:off x="926592" y="3540772"/>
            <a:ext cx="976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 err="1"/>
              <a:t>Miscs</a:t>
            </a:r>
            <a:r>
              <a:rPr kumimoji="1" lang="en-US" altLang="zh-CN" sz="2400" dirty="0"/>
              <a:t>: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801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F6268-EAB6-EC14-1F22-6FFF8EBA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39A655EB-8398-8E53-A497-6290541DE21E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966186-80E8-4D4B-1A32-49813F31A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ED9C0150-D5FA-1720-7989-E80A1D638C51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300BC6-19C1-50EB-8406-58DAEDF42690}"/>
              </a:ext>
            </a:extLst>
          </p:cNvPr>
          <p:cNvSpPr txBox="1"/>
          <p:nvPr/>
        </p:nvSpPr>
        <p:spPr>
          <a:xfrm>
            <a:off x="573024" y="414528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Project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Progress</a:t>
            </a:r>
            <a:endParaRPr kumimoji="1" lang="zh-CN" altLang="en-US" sz="28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750BFA6-9DC0-7EA1-24AF-E95F80056166}"/>
              </a:ext>
            </a:extLst>
          </p:cNvPr>
          <p:cNvSpPr txBox="1"/>
          <p:nvPr/>
        </p:nvSpPr>
        <p:spPr>
          <a:xfrm>
            <a:off x="926592" y="1073035"/>
            <a:ext cx="1000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issues:</a:t>
            </a:r>
            <a:r>
              <a:rPr kumimoji="1" lang="zh-CN" altLang="en-US" dirty="0"/>
              <a:t> </a:t>
            </a:r>
            <a:r>
              <a:rPr kumimoji="1" lang="en" altLang="zh-CN" dirty="0">
                <a:hlinkClick r:id="rId3"/>
              </a:rPr>
              <a:t>https://github.com/jeandle/community/issues/21#issuecomment-3581785975</a:t>
            </a:r>
            <a:endParaRPr kumimoji="1" lang="en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AE157F-1EDF-6B0D-089C-E23C61611692}"/>
              </a:ext>
            </a:extLst>
          </p:cNvPr>
          <p:cNvSpPr txBox="1"/>
          <p:nvPr/>
        </p:nvSpPr>
        <p:spPr>
          <a:xfrm>
            <a:off x="926592" y="1815590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WIP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C28A93-954D-AA76-79EC-47741D4BC13B}"/>
              </a:ext>
            </a:extLst>
          </p:cNvPr>
          <p:cNvSpPr txBox="1"/>
          <p:nvPr/>
        </p:nvSpPr>
        <p:spPr>
          <a:xfrm>
            <a:off x="1326433" y="2235262"/>
            <a:ext cx="8229318" cy="2815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Support</a:t>
            </a:r>
            <a:r>
              <a:rPr lang="zh-CN" altLang="en-US" sz="2000" dirty="0"/>
              <a:t> </a:t>
            </a:r>
            <a:r>
              <a:rPr lang="en-US" altLang="zh-CN" sz="2000" dirty="0" err="1"/>
              <a:t>checkcast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Support</a:t>
            </a:r>
            <a:r>
              <a:rPr lang="zh-CN" altLang="en-US" sz="2000" dirty="0"/>
              <a:t> </a:t>
            </a:r>
            <a:r>
              <a:rPr lang="en-US" altLang="zh-CN" sz="2000" dirty="0" err="1"/>
              <a:t>StackOverflow</a:t>
            </a:r>
            <a:r>
              <a:rPr lang="zh-CN" altLang="en-US" sz="2000" dirty="0"/>
              <a:t>  </a:t>
            </a:r>
            <a:r>
              <a:rPr lang="en-US" altLang="zh-CN" sz="2000" dirty="0"/>
              <a:t>check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Complete </a:t>
            </a:r>
            <a:r>
              <a:rPr lang="en" altLang="zh-CN" sz="2000" dirty="0" err="1"/>
              <a:t>load_constant</a:t>
            </a:r>
            <a:r>
              <a:rPr lang="en" altLang="zh-CN" sz="2000" dirty="0"/>
              <a:t> bytecode for all types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Implement intrinsics: </a:t>
            </a:r>
            <a:r>
              <a:rPr lang="en" altLang="zh-CN" sz="2000" dirty="0" err="1"/>
              <a:t>dlog</a:t>
            </a:r>
            <a:r>
              <a:rPr lang="en" altLang="zh-CN" sz="2000" dirty="0"/>
              <a:t>, dlog10, </a:t>
            </a:r>
            <a:r>
              <a:rPr lang="en" altLang="zh-CN" sz="2000" dirty="0" err="1"/>
              <a:t>dexp</a:t>
            </a:r>
            <a:r>
              <a:rPr lang="en" altLang="zh-CN" sz="2000" dirty="0"/>
              <a:t>, </a:t>
            </a:r>
            <a:r>
              <a:rPr lang="en" altLang="zh-CN" sz="2000" dirty="0" err="1"/>
              <a:t>dpow</a:t>
            </a:r>
            <a:endParaRPr lang="en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Uncommon Trap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Support RISC-V backend</a:t>
            </a:r>
          </a:p>
        </p:txBody>
      </p:sp>
    </p:spTree>
    <p:extLst>
      <p:ext uri="{BB962C8B-B14F-4D97-AF65-F5344CB8AC3E}">
        <p14:creationId xmlns:p14="http://schemas.microsoft.com/office/powerpoint/2010/main" val="4274664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12742-8382-076B-9CA6-FEB526C58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6D35320F-13C9-4636-C574-B9749792ACAC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3E2B692-7112-D241-3556-280669FEA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643361E1-6976-3D2E-DB58-A510D22B13AF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B796AD-8648-E418-24A8-1489EA3D27A0}"/>
              </a:ext>
            </a:extLst>
          </p:cNvPr>
          <p:cNvSpPr txBox="1"/>
          <p:nvPr/>
        </p:nvSpPr>
        <p:spPr>
          <a:xfrm>
            <a:off x="573024" y="414528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Next Phase Plan</a:t>
            </a:r>
            <a:endParaRPr kumimoji="1" lang="zh-CN" altLang="en-US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06D9E6A-2E12-3F8E-B8CA-B0DCFFCA237E}"/>
              </a:ext>
            </a:extLst>
          </p:cNvPr>
          <p:cNvSpPr txBox="1"/>
          <p:nvPr/>
        </p:nvSpPr>
        <p:spPr>
          <a:xfrm>
            <a:off x="648027" y="72910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6A6FD2-74D9-3362-26A2-C36FB67C5AFF}"/>
              </a:ext>
            </a:extLst>
          </p:cNvPr>
          <p:cNvSpPr txBox="1"/>
          <p:nvPr/>
        </p:nvSpPr>
        <p:spPr>
          <a:xfrm>
            <a:off x="1050983" y="1276326"/>
            <a:ext cx="9123495" cy="1430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Fast path implementation of </a:t>
            </a:r>
            <a:r>
              <a:rPr lang="en" altLang="zh-CN" sz="2000" dirty="0" err="1"/>
              <a:t>monitorenter</a:t>
            </a:r>
            <a:r>
              <a:rPr lang="en" altLang="zh-CN" sz="2000" dirty="0"/>
              <a:t>/</a:t>
            </a:r>
            <a:r>
              <a:rPr lang="en" altLang="zh-CN" sz="2000" dirty="0" err="1"/>
              <a:t>monitorexit</a:t>
            </a:r>
            <a:endParaRPr lang="en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Intrinsic-related </a:t>
            </a:r>
            <a:r>
              <a:rPr lang="en" altLang="zh-CN" sz="2000" dirty="0" err="1"/>
              <a:t>refactoration</a:t>
            </a:r>
            <a:endParaRPr lang="en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Boundary check on array load/store</a:t>
            </a:r>
          </a:p>
        </p:txBody>
      </p:sp>
    </p:spTree>
    <p:extLst>
      <p:ext uri="{BB962C8B-B14F-4D97-AF65-F5344CB8AC3E}">
        <p14:creationId xmlns:p14="http://schemas.microsoft.com/office/powerpoint/2010/main" val="2981692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8E732-4D5A-6234-1E0E-4A9B1081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2CFFA709-DECD-F850-F3B1-F2CD6C9A5F74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0E0B36E-F94F-57AA-65B8-9431C97F4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0154E69D-A25C-0EDC-85A8-EEFBF374B4F9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04A86B-CFED-4DC8-BB87-9B491E6B6396}"/>
              </a:ext>
            </a:extLst>
          </p:cNvPr>
          <p:cNvSpPr txBox="1"/>
          <p:nvPr/>
        </p:nvSpPr>
        <p:spPr>
          <a:xfrm>
            <a:off x="573024" y="414528"/>
            <a:ext cx="3130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New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Contributor</a:t>
            </a:r>
            <a:endParaRPr kumimoji="1"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EC21FA-7E07-2760-4833-22C3D9B116C6}"/>
              </a:ext>
            </a:extLst>
          </p:cNvPr>
          <p:cNvSpPr txBox="1"/>
          <p:nvPr/>
        </p:nvSpPr>
        <p:spPr>
          <a:xfrm>
            <a:off x="1123491" y="1310057"/>
            <a:ext cx="6933308" cy="2815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/>
              <a:t>Chongzhi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Deng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    </a:t>
            </a:r>
            <a:r>
              <a:rPr kumimoji="1" lang="en-US" altLang="zh-CN" sz="2000" dirty="0"/>
              <a:t>-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Correct typos and improve comments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       </a:t>
            </a:r>
            <a:r>
              <a:rPr kumimoji="1" lang="en" altLang="zh-CN" sz="2000" dirty="0">
                <a:hlinkClick r:id="rId3"/>
              </a:rPr>
              <a:t>https://github.com/jeandle/jeandle-jdk/pull/219</a:t>
            </a:r>
            <a:endParaRPr kumimoji="1" lang="en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    </a:t>
            </a:r>
            <a:r>
              <a:rPr kumimoji="1" lang="en-US" altLang="zh-CN" sz="2000" dirty="0"/>
              <a:t>-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Add </a:t>
            </a:r>
            <a:r>
              <a:rPr kumimoji="1" lang="en" altLang="zh-CN" sz="2000" dirty="0" err="1"/>
              <a:t>Dockerfile</a:t>
            </a:r>
            <a:r>
              <a:rPr kumimoji="1" lang="en" altLang="zh-CN" sz="2000" dirty="0"/>
              <a:t> build instructions to getting started guide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       </a:t>
            </a:r>
            <a:r>
              <a:rPr kumimoji="1" lang="en" altLang="zh-CN" sz="2000" dirty="0">
                <a:hlinkClick r:id="rId4"/>
              </a:rPr>
              <a:t>https://github.com/jeandle/jeandle-jdk/pull/218</a:t>
            </a:r>
            <a:endParaRPr kumimoji="1" lang="en" altLang="zh-CN" sz="2000" dirty="0"/>
          </a:p>
          <a:p>
            <a:pPr>
              <a:lnSpc>
                <a:spcPct val="150000"/>
              </a:lnSpc>
            </a:pPr>
            <a:endParaRPr kumimoji="1" lang="e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45476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E6546-FC2B-31C0-A13C-07F5AEC8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B14F6A-FAF7-381D-22CF-8300D223B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4" y="1626562"/>
            <a:ext cx="7312572" cy="19149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E997027-EC57-F3F4-BB07-D8AA4EEFF477}"/>
              </a:ext>
            </a:extLst>
          </p:cNvPr>
          <p:cNvSpPr txBox="1"/>
          <p:nvPr/>
        </p:nvSpPr>
        <p:spPr>
          <a:xfrm>
            <a:off x="4458372" y="3832372"/>
            <a:ext cx="3275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Thanks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listening!</a:t>
            </a:r>
            <a:endParaRPr kumimoji="1" lang="zh-CN" altLang="en-US" sz="2800" dirty="0"/>
          </a:p>
        </p:txBody>
      </p:sp>
      <p:sp>
        <p:nvSpPr>
          <p:cNvPr id="6" name="文本框 3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8" name="文本框 4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229695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10252</TotalTime>
  <Words>225</Words>
  <Application>Microsoft Macintosh PowerPoint</Application>
  <PresentationFormat>宽屏</PresentationFormat>
  <Paragraphs>59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taofengliu</dc:creator>
  <cp:lastModifiedBy>石乾</cp:lastModifiedBy>
  <cp:revision>70</cp:revision>
  <dcterms:created xsi:type="dcterms:W3CDTF">2025-06-30T08:06:34Z</dcterms:created>
  <dcterms:modified xsi:type="dcterms:W3CDTF">2025-11-27T10:54:44Z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BBAAD9C20180234D78A0072836F0BA4062B9B2021ACADBB0A3D98934B1662BE90B44B338016CFB0A22C929089846A8EBDCE9215AC1D02B711BBFC2E5787E3FD724FD34AD372499F754CF2487686243B26F4CE8C973B2C21308BB119F2EE60CD8DFE6229BCE3</vt:lpwstr>
  </property>
  <property fmtid="{D5CDD505-2E9C-101B-9397-08002B2CF9AE}" pid="3" name="property2">
    <vt:lpwstr>BBAAD9C20180234D78A0072836F0B110F2B9B20719072BE0A6D98A36B1092B295B4DBF3851685B062209200898466AEB4AE921AAA1D02B511BBFC2177DAE35D524FC95AD502769A7E4082DB765A24C5F2CCDE1CE7D98127F58192190FC915CD8DC162A972E3</vt:lpwstr>
  </property>
</Properties>
</file>