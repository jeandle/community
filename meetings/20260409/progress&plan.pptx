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3" r:id="rId4"/>
    <p:sldId id="274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1"/>
    <p:restoredTop sz="82565"/>
  </p:normalViewPr>
  <p:slideViewPr>
    <p:cSldViewPr snapToGrid="0">
      <p:cViewPr varScale="1">
        <p:scale>
          <a:sx n="98" d="100"/>
          <a:sy n="98" d="100"/>
        </p:scale>
        <p:origin x="1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923B8-FCC4-A548-9E39-961ED1B5B4C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7222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923B8-FCC4-A548-9E39-961ED1B5B4C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8051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6014-FA18-27EE-A997-24F2AF9E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748ECE-5AAF-40E3-B1B6-C6FC8083B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CFBFC5-8C1C-DD27-6537-ED5453B63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9366EC-1876-9387-4438-F432F4FF8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923B8-FCC4-A548-9E39-961ED1B5B4C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538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eandle/community/issues/44#issuecomment-420502896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eandle/document/blob/main/compilation/osr.m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707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Apr </a:t>
            </a:r>
            <a:r>
              <a:rPr lang="en-US" altLang="zh-CN" sz="2400" dirty="0"/>
              <a:t>9</a:t>
            </a:r>
            <a:r>
              <a:rPr lang="en" altLang="zh-CN" sz="2400" dirty="0"/>
              <a:t>, 2026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309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Fixed numerous bugs, enabling the </a:t>
            </a:r>
            <a:r>
              <a:rPr lang="en" altLang="zh-CN" dirty="0" err="1"/>
              <a:t>Jeandle</a:t>
            </a:r>
            <a:r>
              <a:rPr lang="en" altLang="zh-CN" dirty="0"/>
              <a:t> compiler to now </a:t>
            </a:r>
            <a:r>
              <a:rPr lang="en" altLang="zh-CN" b="1" dirty="0"/>
              <a:t>achieve a 9</a:t>
            </a:r>
            <a:r>
              <a:rPr lang="en-US" altLang="zh-CN" b="1" dirty="0"/>
              <a:t>9+</a:t>
            </a:r>
            <a:r>
              <a:rPr lang="en" altLang="zh-CN" b="1" dirty="0"/>
              <a:t>% pass rate on the </a:t>
            </a:r>
            <a:r>
              <a:rPr lang="en" altLang="zh-CN" b="1" dirty="0" err="1"/>
              <a:t>jtreg</a:t>
            </a:r>
            <a:r>
              <a:rPr lang="en" altLang="zh-CN" b="1" dirty="0"/>
              <a:t> tier1 test suite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" altLang="zh-CN" b="1" dirty="0"/>
              <a:t>Some tech proposals</a:t>
            </a:r>
            <a:r>
              <a:rPr lang="en-US" altLang="zh-CN" b="1" dirty="0"/>
              <a:t>(Type</a:t>
            </a:r>
            <a:r>
              <a:rPr lang="zh-CN" altLang="en-US" b="1" dirty="0"/>
              <a:t> </a:t>
            </a:r>
            <a:r>
              <a:rPr lang="en-US" altLang="zh-CN" b="1" dirty="0"/>
              <a:t>analysis,</a:t>
            </a:r>
            <a:r>
              <a:rPr lang="zh-CN" altLang="en-US" b="1" dirty="0"/>
              <a:t> </a:t>
            </a:r>
            <a:r>
              <a:rPr lang="en-US" altLang="zh-CN" b="1" dirty="0"/>
              <a:t>EA,</a:t>
            </a:r>
            <a:r>
              <a:rPr lang="zh-CN" altLang="en-US" b="1" dirty="0"/>
              <a:t> </a:t>
            </a:r>
            <a:r>
              <a:rPr lang="en-US" altLang="zh-CN" b="1" dirty="0"/>
              <a:t>OSR)</a:t>
            </a:r>
            <a:r>
              <a:rPr lang="en" altLang="zh-CN" b="1" dirty="0"/>
              <a:t> are underway; the G1 barrier PR is already up.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RISC-V Architecture Support - </a:t>
            </a:r>
            <a:r>
              <a:rPr kumimoji="1" lang="en-US" altLang="zh-CN" dirty="0" err="1"/>
              <a:t>Jeandle</a:t>
            </a:r>
            <a:r>
              <a:rPr kumimoji="1" lang="en-US" altLang="zh-CN" dirty="0"/>
              <a:t> compiler now supports riscv64 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#103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Enhance LLVM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CI to introduce JDK tests #42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Refactor </a:t>
            </a:r>
            <a:r>
              <a:rPr kumimoji="1" lang="en-US" altLang="zh-CN" sz="2000" dirty="0" err="1"/>
              <a:t>buildJeandlePipeline</a:t>
            </a:r>
            <a:r>
              <a:rPr kumimoji="1" lang="en-US" altLang="zh-CN" sz="2000" dirty="0"/>
              <a:t> as a normal pass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#56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Fix zero instruction offset issue in </a:t>
            </a:r>
            <a:r>
              <a:rPr kumimoji="1" lang="en-US" altLang="zh-CN" sz="2000" dirty="0" err="1"/>
              <a:t>stackmap</a:t>
            </a:r>
            <a:r>
              <a:rPr kumimoji="1" lang="en-US" altLang="zh-CN" sz="2000" dirty="0"/>
              <a:t> for RISC-V architecture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-US" altLang="zh-CN" dirty="0">
                <a:hlinkClick r:id="rId4"/>
              </a:rPr>
              <a:t>https://github.com/jeandle/community/issues/44#issuecomment-4205028966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2435896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484671" y="2897561"/>
            <a:ext cx="8917826" cy="2958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Implement G1GC barrier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Implement OSR.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Support constant folding for final and stable values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Implement deoptimize handler code stub for </a:t>
            </a:r>
            <a:r>
              <a:rPr lang="en" altLang="zh-CN" dirty="0" err="1"/>
              <a:t>jtreg</a:t>
            </a:r>
            <a:r>
              <a:rPr lang="en" altLang="zh-CN" dirty="0"/>
              <a:t> tests using </a:t>
            </a:r>
            <a:r>
              <a:rPr lang="en" altLang="zh-CN" dirty="0" err="1"/>
              <a:t>DeoptimizeALot</a:t>
            </a:r>
            <a:r>
              <a:rPr lang="en" altLang="zh-CN" dirty="0"/>
              <a:t> option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Implement the fast path of object allocation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Support </a:t>
            </a:r>
            <a:r>
              <a:rPr lang="en" altLang="zh-CN" dirty="0" err="1"/>
              <a:t>CompressedOop</a:t>
            </a:r>
            <a:r>
              <a:rPr lang="en" altLang="zh-CN" dirty="0"/>
              <a:t> for getting/setting </a:t>
            </a:r>
            <a:r>
              <a:rPr lang="en" altLang="zh-CN" dirty="0" err="1"/>
              <a:t>oop</a:t>
            </a:r>
            <a:r>
              <a:rPr lang="en" altLang="zh-CN" dirty="0"/>
              <a:t> in </a:t>
            </a:r>
            <a:r>
              <a:rPr lang="en" altLang="zh-CN" dirty="0" err="1"/>
              <a:t>Jeandle</a:t>
            </a:r>
            <a:r>
              <a:rPr lang="en" altLang="zh-CN" dirty="0"/>
              <a:t> (encode/decode)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Bug</a:t>
            </a:r>
            <a:r>
              <a:rPr lang="zh-CN" altLang="en-US" dirty="0"/>
              <a:t> </a:t>
            </a:r>
            <a:r>
              <a:rPr lang="en-US" altLang="zh-CN" dirty="0"/>
              <a:t>fixes:</a:t>
            </a:r>
            <a:r>
              <a:rPr lang="zh-CN" altLang="en-US" dirty="0"/>
              <a:t> </a:t>
            </a:r>
            <a:r>
              <a:rPr lang="en-US" altLang="zh-CN" dirty="0"/>
              <a:t>#407</a:t>
            </a:r>
            <a:r>
              <a:rPr lang="zh-CN" altLang="en-US" dirty="0"/>
              <a:t> </a:t>
            </a:r>
            <a:r>
              <a:rPr lang="en-US" altLang="zh-CN" dirty="0"/>
              <a:t>#345,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others</a:t>
            </a:r>
            <a:r>
              <a:rPr lang="zh-CN" altLang="en-US" dirty="0"/>
              <a:t> </a:t>
            </a:r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tier2,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cases.</a:t>
            </a:r>
            <a:endParaRPr lang="e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92BEC7-DF31-46F3-EBF8-35A32637515B}"/>
              </a:ext>
            </a:extLst>
          </p:cNvPr>
          <p:cNvSpPr txBox="1"/>
          <p:nvPr/>
        </p:nvSpPr>
        <p:spPr>
          <a:xfrm>
            <a:off x="975360" y="1111045"/>
            <a:ext cx="4624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The main tasks for the next phase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F56333-7C1C-4C4F-A382-8AF1F08CAF16}"/>
              </a:ext>
            </a:extLst>
          </p:cNvPr>
          <p:cNvSpPr txBox="1"/>
          <p:nvPr/>
        </p:nvSpPr>
        <p:spPr>
          <a:xfrm>
            <a:off x="1484671" y="1572710"/>
            <a:ext cx="5759910" cy="881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Compilation optimizations and Tier 2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" altLang="zh-CN" dirty="0"/>
              <a:t>3 use case fixes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Compilation</a:t>
            </a:r>
            <a:r>
              <a:rPr lang="zh-CN" altLang="en-US" dirty="0"/>
              <a:t> </a:t>
            </a:r>
            <a:r>
              <a:rPr lang="en-US" altLang="zh-CN" dirty="0"/>
              <a:t>optimizations.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2E798-EFAA-21E4-30A2-39BE0B90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DBCE8605-EDDB-9514-4705-BEB71FD8F8A1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FF75B3-6D3E-37A4-F09A-FA1AC02EC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A78BD0B9-3988-E5D5-90C2-6D9FAD481C87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C7E4E9-592F-1CE1-2424-5AAD3519274F}"/>
              </a:ext>
            </a:extLst>
          </p:cNvPr>
          <p:cNvSpPr txBox="1"/>
          <p:nvPr/>
        </p:nvSpPr>
        <p:spPr>
          <a:xfrm>
            <a:off x="573024" y="414528"/>
            <a:ext cx="27719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dirty="0"/>
              <a:t>3.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Tech Talk</a:t>
            </a:r>
            <a:endParaRPr kumimoji="1" lang="zh-CN" altLang="en-US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DAECD6-4A38-502D-36EB-D579A697F594}"/>
              </a:ext>
            </a:extLst>
          </p:cNvPr>
          <p:cNvSpPr txBox="1"/>
          <p:nvPr/>
        </p:nvSpPr>
        <p:spPr>
          <a:xfrm>
            <a:off x="2068975" y="1610396"/>
            <a:ext cx="7071167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/>
              <a:t>On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Stack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Replacement</a:t>
            </a:r>
          </a:p>
          <a:p>
            <a:r>
              <a:rPr kumimoji="1" lang="zh-CN" altLang="en-US" sz="3200" dirty="0"/>
              <a:t>                       </a:t>
            </a:r>
            <a:r>
              <a:rPr kumimoji="1" lang="en-US" altLang="zh-CN" sz="3200" dirty="0"/>
              <a:t>—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by</a:t>
            </a:r>
            <a:r>
              <a:rPr kumimoji="1" lang="zh-CN" altLang="en-US" sz="3200" dirty="0"/>
              <a:t> </a:t>
            </a:r>
            <a:r>
              <a:rPr kumimoji="1" lang="en-US" altLang="zh-CN" sz="3200" dirty="0" err="1"/>
              <a:t>Minchao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r>
              <a:rPr kumimoji="1" lang="en" altLang="zh-CN" dirty="0">
                <a:hlinkClick r:id="rId4"/>
              </a:rPr>
              <a:t>https://github.com/jeandle/document/blob/main/compilation/osr.md</a:t>
            </a:r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194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14436</TotalTime>
  <Words>262</Words>
  <Application>Microsoft Macintosh PowerPoint</Application>
  <PresentationFormat>宽屏</PresentationFormat>
  <Paragraphs>51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石乾</cp:lastModifiedBy>
  <cp:revision>47</cp:revision>
  <dcterms:created xsi:type="dcterms:W3CDTF">2025-06-30T08:06:34Z</dcterms:created>
  <dcterms:modified xsi:type="dcterms:W3CDTF">2026-04-13T02:25:17Z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