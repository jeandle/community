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73" r:id="rId4"/>
    <p:sldId id="27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/>
    <p:restoredTop sz="82563"/>
  </p:normalViewPr>
  <p:slideViewPr>
    <p:cSldViewPr snapToGrid="0">
      <p:cViewPr varScale="1">
        <p:scale>
          <a:sx n="101" d="100"/>
          <a:sy n="101" d="100"/>
        </p:scale>
        <p:origin x="1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923B8-FCC4-A548-9E39-961ED1B5B4C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722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eandle/community/issues/38#issuecomment-404342669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917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Mar </a:t>
            </a:r>
            <a:r>
              <a:rPr lang="en-US" altLang="zh-CN" sz="2400" dirty="0"/>
              <a:t>12</a:t>
            </a:r>
            <a:r>
              <a:rPr lang="en" altLang="zh-CN" sz="2400" dirty="0"/>
              <a:t>, 2026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768" y="6377627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4578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Fixed numerous bugs, enabling the </a:t>
            </a:r>
            <a:r>
              <a:rPr lang="en" altLang="zh-CN" dirty="0" err="1"/>
              <a:t>Jeandle</a:t>
            </a:r>
            <a:r>
              <a:rPr lang="en" altLang="zh-CN" dirty="0"/>
              <a:t> compiler to now </a:t>
            </a:r>
            <a:r>
              <a:rPr lang="en" altLang="zh-CN" b="1" dirty="0"/>
              <a:t>successfully run all Renaissance benchmarks and achieve a 9</a:t>
            </a:r>
            <a:r>
              <a:rPr lang="en-US" altLang="zh-CN" b="1" dirty="0"/>
              <a:t>8</a:t>
            </a:r>
            <a:r>
              <a:rPr lang="en" altLang="zh-CN" b="1" dirty="0"/>
              <a:t>% pass rate on the </a:t>
            </a:r>
            <a:r>
              <a:rPr lang="en" altLang="zh-CN" b="1" dirty="0" err="1"/>
              <a:t>jtreg</a:t>
            </a:r>
            <a:r>
              <a:rPr lang="en" altLang="zh-CN" b="1" dirty="0"/>
              <a:t> tier1 test suite.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Copy </a:t>
            </a:r>
            <a:r>
              <a:rPr kumimoji="1" lang="en-US" altLang="zh-CN" dirty="0" err="1"/>
              <a:t>template.ll</a:t>
            </a:r>
            <a:r>
              <a:rPr kumimoji="1" lang="en-US" altLang="zh-CN" dirty="0"/>
              <a:t> to INTERIM_IMAGE_DIR to enable default </a:t>
            </a:r>
            <a:r>
              <a:rPr kumimoji="1" lang="en-US" altLang="zh-CN" dirty="0" err="1"/>
              <a:t>UseJeandleCompiler</a:t>
            </a:r>
            <a:r>
              <a:rPr kumimoji="1" lang="en-US" altLang="zh-CN" dirty="0"/>
              <a:t> building jeandle-jdk#349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Restrict rewriting certain calls to </a:t>
            </a:r>
            <a:r>
              <a:rPr kumimoji="1" lang="en-US" altLang="zh-CN" dirty="0" err="1"/>
              <a:t>JeandleRuntimeRoutine</a:t>
            </a:r>
            <a:r>
              <a:rPr kumimoji="1" lang="en-US" altLang="zh-CN" dirty="0"/>
              <a:t> to </a:t>
            </a:r>
            <a:r>
              <a:rPr kumimoji="1" lang="en-US" altLang="zh-CN" dirty="0" err="1"/>
              <a:t>statepoints</a:t>
            </a:r>
            <a:r>
              <a:rPr kumimoji="1" lang="en-US" altLang="zh-CN" dirty="0"/>
              <a:t> jeandle-jdk#92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StackMapUtil</a:t>
            </a:r>
            <a:r>
              <a:rPr kumimoji="1" lang="en-US" altLang="zh-CN" dirty="0"/>
              <a:t>::</a:t>
            </a:r>
            <a:r>
              <a:rPr kumimoji="1" lang="en-US" altLang="zh-CN" dirty="0" err="1"/>
              <a:t>getConstantUlong</a:t>
            </a:r>
            <a:r>
              <a:rPr kumimoji="1" lang="en-US" altLang="zh-CN" dirty="0"/>
              <a:t> did not correctly handle the conversion from unsigned int to signed long jeandle-jdk#373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fatal error: Compilation failed in '</a:t>
            </a:r>
            <a:r>
              <a:rPr kumimoji="1" lang="en-US" altLang="zh-CN" dirty="0" err="1"/>
              <a:t>java.util.concurrent.ConcurrentHashMap.putVal</a:t>
            </a:r>
            <a:r>
              <a:rPr kumimoji="1" lang="en-US" altLang="zh-CN" dirty="0"/>
              <a:t> jeandle-jdk#342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Cannot find objects only on operand stack jeandle-jdk#381</a:t>
            </a:r>
          </a:p>
          <a:p>
            <a:pPr marL="9144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Fail to build JDK when </a:t>
            </a:r>
            <a:r>
              <a:rPr kumimoji="1" lang="en-US" altLang="zh-CN" dirty="0" err="1"/>
              <a:t>UseJeandleCompiler</a:t>
            </a:r>
            <a:r>
              <a:rPr kumimoji="1" lang="en-US" altLang="zh-CN" dirty="0"/>
              <a:t> is true jeandle-jdk#283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-US" altLang="zh-CN" dirty="0">
                <a:hlinkClick r:id="rId4"/>
              </a:rPr>
              <a:t>https://github.com/jeandle/community/issues/38#issuecomment-4043426694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2435896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484671" y="3074948"/>
            <a:ext cx="9653605" cy="2958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Missing exception handler when </a:t>
            </a:r>
            <a:r>
              <a:rPr kumimoji="1" lang="en-US" altLang="zh-CN" dirty="0" err="1"/>
              <a:t>catch_klass</a:t>
            </a:r>
            <a:r>
              <a:rPr kumimoji="1" lang="en-US" altLang="zh-CN" dirty="0"/>
              <a:t> is not loaded jeandle-jdk#352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Deadlock found in Renaissance page-rank when running with </a:t>
            </a:r>
            <a:r>
              <a:rPr kumimoji="1" lang="en-US" altLang="zh-CN" dirty="0" err="1"/>
              <a:t>Jeandle</a:t>
            </a:r>
            <a:r>
              <a:rPr kumimoji="1" lang="en-US" altLang="zh-CN" dirty="0"/>
              <a:t>-JDK jeandle-jdk#376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The line number is parsed incorrectly in </a:t>
            </a:r>
            <a:r>
              <a:rPr kumimoji="1" lang="en-US" altLang="zh-CN" dirty="0" err="1"/>
              <a:t>HeapMonitor</a:t>
            </a:r>
            <a:r>
              <a:rPr kumimoji="1" lang="en-US" altLang="zh-CN" dirty="0"/>
              <a:t> jeandle-jdk#386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Crash with assert(</a:t>
            </a:r>
            <a:r>
              <a:rPr kumimoji="1" lang="en-US" altLang="zh-CN" dirty="0" err="1"/>
              <a:t>external_guard</a:t>
            </a:r>
            <a:r>
              <a:rPr kumimoji="1" lang="en-US" altLang="zh-CN" dirty="0"/>
              <a:t> || result != </a:t>
            </a:r>
            <a:r>
              <a:rPr kumimoji="1" lang="en-US" altLang="zh-CN" dirty="0" err="1"/>
              <a:t>nullptr</a:t>
            </a:r>
            <a:r>
              <a:rPr kumimoji="1" lang="en-US" altLang="zh-CN" dirty="0"/>
              <a:t>) failed: Invalid JNI handle jeandle-jdk#389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Fix crash when </a:t>
            </a:r>
            <a:r>
              <a:rPr kumimoji="1" lang="en-US" altLang="zh-CN" dirty="0" err="1"/>
              <a:t>codebuffer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alloc</a:t>
            </a:r>
            <a:r>
              <a:rPr kumimoji="1" lang="en-US" altLang="zh-CN" dirty="0"/>
              <a:t> failed jeandle-jdk#375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finalize() won't be executed by </a:t>
            </a:r>
            <a:r>
              <a:rPr kumimoji="1" lang="en-US" altLang="zh-CN" dirty="0" err="1"/>
              <a:t>System.gc</a:t>
            </a:r>
            <a:r>
              <a:rPr kumimoji="1" lang="en-US" altLang="zh-CN" dirty="0"/>
              <a:t>() jeandle-jdk#395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Wrong exception type in </a:t>
            </a:r>
            <a:r>
              <a:rPr kumimoji="1" lang="en-US" altLang="zh-CN" dirty="0" err="1"/>
              <a:t>Constructor.newInstance</a:t>
            </a:r>
            <a:r>
              <a:rPr kumimoji="1" lang="en-US" altLang="zh-CN" dirty="0"/>
              <a:t>() jeandle-jdk#397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92BEC7-DF31-46F3-EBF8-35A32637515B}"/>
              </a:ext>
            </a:extLst>
          </p:cNvPr>
          <p:cNvSpPr txBox="1"/>
          <p:nvPr/>
        </p:nvSpPr>
        <p:spPr>
          <a:xfrm>
            <a:off x="975360" y="1111045"/>
            <a:ext cx="4624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The main tasks for the next phase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F56333-7C1C-4C4F-A382-8AF1F08CAF16}"/>
              </a:ext>
            </a:extLst>
          </p:cNvPr>
          <p:cNvSpPr txBox="1"/>
          <p:nvPr/>
        </p:nvSpPr>
        <p:spPr>
          <a:xfrm>
            <a:off x="1484671" y="1627420"/>
            <a:ext cx="7329251" cy="465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/>
              <a:t>Continue enhancing </a:t>
            </a:r>
            <a:r>
              <a:rPr lang="en" altLang="zh-CN" dirty="0" err="1"/>
              <a:t>Jeandle‘s</a:t>
            </a:r>
            <a:r>
              <a:rPr lang="en" altLang="zh-CN" dirty="0"/>
              <a:t> functionality to pass all </a:t>
            </a:r>
            <a:r>
              <a:rPr lang="en" altLang="zh-CN" dirty="0" err="1"/>
              <a:t>jtreg</a:t>
            </a:r>
            <a:r>
              <a:rPr lang="en" altLang="zh-CN" dirty="0"/>
              <a:t> tier1 tests.</a:t>
            </a:r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8928</TotalTime>
  <Words>283</Words>
  <Application>Microsoft Macintosh PowerPoint</Application>
  <PresentationFormat>宽屏</PresentationFormat>
  <Paragraphs>41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石乾</cp:lastModifiedBy>
  <cp:revision>41</cp:revision>
  <dcterms:created xsi:type="dcterms:W3CDTF">2025-06-30T08:06:34Z</dcterms:created>
  <dcterms:modified xsi:type="dcterms:W3CDTF">2026-03-12T09:09:40Z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