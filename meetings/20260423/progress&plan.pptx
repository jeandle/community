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8" r:id="rId4"/>
    <p:sldId id="273" r:id="rId5"/>
    <p:sldId id="27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29"/>
    <p:restoredTop sz="82606"/>
  </p:normalViewPr>
  <p:slideViewPr>
    <p:cSldViewPr snapToGrid="0">
      <p:cViewPr varScale="1">
        <p:scale>
          <a:sx n="118" d="100"/>
          <a:sy n="118" d="100"/>
        </p:scale>
        <p:origin x="12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9A3D5-F290-6944-B387-84B67D9151D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923B8-FCC4-A548-9E39-961ED1B5B4C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0E795-3276-4D4F-8A17-5B45B0C9176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B326D-FD99-8345-9AF7-721BE38D9B5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github.com/jeandle/community/issues/46" TargetMode="Externa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9713" y="1266884"/>
            <a:ext cx="7312572" cy="191491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93875" y="3676205"/>
            <a:ext cx="3804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Community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Meeting</a:t>
            </a:r>
            <a:endParaRPr kumimoji="1" lang="zh-CN" altLang="en-US" sz="3200" dirty="0"/>
          </a:p>
        </p:txBody>
      </p:sp>
      <p:sp>
        <p:nvSpPr>
          <p:cNvPr id="8" name="文本框 7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66048" y="5023104"/>
            <a:ext cx="21590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April</a:t>
            </a:r>
            <a:r>
              <a:rPr lang="en-GB" altLang="zh-CN" sz="2400" dirty="0"/>
              <a:t> </a:t>
            </a:r>
            <a:r>
              <a:rPr lang="en-US" altLang="zh-CN" sz="2400" dirty="0"/>
              <a:t>23</a:t>
            </a:r>
            <a:r>
              <a:rPr lang="en-GB" altLang="zh-CN" sz="2400" dirty="0"/>
              <a:t>, 2026</a:t>
            </a:r>
            <a:endParaRPr lang="en-GB" altLang="zh-CN" sz="2400" dirty="0"/>
          </a:p>
        </p:txBody>
      </p:sp>
      <p:sp>
        <p:nvSpPr>
          <p:cNvPr id="9" name="文本框 8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  <a:endParaRPr lang="en-US">
              <a:solidFill>
                <a:srgbClr val="FFFF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5768" y="6377627"/>
            <a:ext cx="1359928" cy="356119"/>
          </a:xfrm>
          <a:prstGeom prst="rect">
            <a:avLst/>
          </a:prstGeom>
        </p:spPr>
      </p:pic>
      <p:sp>
        <p:nvSpPr>
          <p:cNvPr id="20" name="文本框 12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3024" y="414528"/>
            <a:ext cx="3044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1.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Project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Progress</a:t>
            </a:r>
            <a:endParaRPr kumimoji="1"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926571" y="1861827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Progress:</a:t>
            </a:r>
            <a:endParaRPr kumimoji="1"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926571" y="2323468"/>
            <a:ext cx="10277856" cy="3771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Support deoptimize handler</a:t>
            </a:r>
            <a:r>
              <a:rPr lang="en-GB" altLang="zh-CN" dirty="0"/>
              <a:t>.#</a:t>
            </a:r>
            <a:r>
              <a:rPr lang="en-US" altLang="zh-CN" dirty="0"/>
              <a:t>388</a:t>
            </a:r>
            <a:endParaRPr lang="en-US" altLang="zh-CN" dirty="0"/>
          </a:p>
          <a:p>
            <a:pPr marL="457200" indent="-4572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t>Propagated host CPU features to TargetMachine for optimized JIT initialization</a:t>
            </a:r>
            <a:r>
              <a:rPr lang="zh-CN" altLang="en-US"/>
              <a:t>#</a:t>
            </a:r>
            <a:r>
              <a:rPr lang="en-US" altLang="zh-CN"/>
              <a:t>425</a:t>
            </a:r>
            <a:endParaRPr lang="en-US" altLang="zh-CN"/>
          </a:p>
          <a:p>
            <a:pPr marL="457200" indent="-4572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Insert safepoint polls at method returns and tableswitch/lookupswitch backward branches </a:t>
            </a:r>
            <a:r>
              <a:rPr lang="zh-CN" altLang="en-US"/>
              <a:t>#</a:t>
            </a:r>
            <a:r>
              <a:rPr lang="en-US" altLang="zh-CN"/>
              <a:t>418</a:t>
            </a:r>
            <a:endParaRPr lang="en-US" altLang="zh-CN"/>
          </a:p>
          <a:p>
            <a:pPr marL="457200" indent="-4572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Support On</a:t>
            </a:r>
            <a:r>
              <a:rPr lang="zh-CN" altLang="en-US" dirty="0"/>
              <a:t>-</a:t>
            </a:r>
            <a:r>
              <a:rPr lang="en-US" altLang="zh-CN" dirty="0"/>
              <a:t>Stack Replacement.</a:t>
            </a:r>
            <a:r>
              <a:rPr lang="zh-CN" altLang="en-US" dirty="0"/>
              <a:t>#</a:t>
            </a:r>
            <a:r>
              <a:rPr lang="en-US" altLang="zh-CN" dirty="0"/>
              <a:t>378</a:t>
            </a:r>
            <a:endParaRPr lang="en-US" altLang="zh-CN" dirty="0"/>
          </a:p>
          <a:p>
            <a:pPr marL="457200" indent="-4572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Support CompressedOops/CompressedClassPointers </a:t>
            </a:r>
            <a:r>
              <a:rPr lang="zh-CN" altLang="en-US" dirty="0"/>
              <a:t>#</a:t>
            </a:r>
            <a:r>
              <a:rPr lang="en-US" altLang="zh-CN" dirty="0"/>
              <a:t>49</a:t>
            </a:r>
            <a:endParaRPr lang="en-US" altLang="zh-CN" dirty="0"/>
          </a:p>
          <a:p>
            <a:pPr marL="457200" indent="-4572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Add type information for Jeandle compiled code </a:t>
            </a:r>
            <a:r>
              <a:rPr lang="zh-CN" altLang="en-US" dirty="0"/>
              <a:t>#</a:t>
            </a:r>
            <a:r>
              <a:rPr lang="en-US" altLang="zh-CN" dirty="0"/>
              <a:t>370</a:t>
            </a:r>
            <a:endParaRPr lang="en-US" altLang="zh-CN" dirty="0"/>
          </a:p>
          <a:p>
            <a:pPr marL="457200" indent="-457200">
              <a:lnSpc>
                <a:spcPct val="19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Implement a unified intrinsic framework for Jeandle Compile </a:t>
            </a:r>
            <a:r>
              <a:rPr lang="zh-CN" altLang="en-US" dirty="0"/>
              <a:t>#</a:t>
            </a:r>
            <a:r>
              <a:rPr lang="en-US" altLang="zh-CN" dirty="0"/>
              <a:t>440</a:t>
            </a:r>
            <a:endParaRPr lang="en-GB" altLang="zh-CN" dirty="0"/>
          </a:p>
        </p:txBody>
      </p:sp>
      <p:sp>
        <p:nvSpPr>
          <p:cNvPr id="14" name="文本框 13"/>
          <p:cNvSpPr txBox="1"/>
          <p:nvPr/>
        </p:nvSpPr>
        <p:spPr>
          <a:xfrm>
            <a:off x="926590" y="1217514"/>
            <a:ext cx="7500277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issues:</a:t>
            </a:r>
            <a:r>
              <a:rPr kumimoji="1" lang="zh-CN" altLang="en-US" dirty="0"/>
              <a:t> </a:t>
            </a:r>
            <a:r>
              <a:rPr kumimoji="1" lang="en-GB" altLang="zh-CN" dirty="0">
                <a:hlinkClick r:id="rId2"/>
              </a:rPr>
              <a:t>https://</a:t>
            </a:r>
            <a:r>
              <a:rPr kumimoji="1" lang="en-GB" altLang="zh-CN" dirty="0" err="1">
                <a:hlinkClick r:id="rId2"/>
              </a:rPr>
              <a:t>github.com</a:t>
            </a:r>
            <a:r>
              <a:rPr kumimoji="1" lang="en-GB" altLang="zh-CN" dirty="0">
                <a:hlinkClick r:id="rId2"/>
              </a:rPr>
              <a:t>/</a:t>
            </a:r>
            <a:r>
              <a:rPr kumimoji="1" lang="en-GB" altLang="zh-CN" dirty="0" err="1">
                <a:hlinkClick r:id="rId2"/>
              </a:rPr>
              <a:t>jeandle</a:t>
            </a:r>
            <a:r>
              <a:rPr kumimoji="1" lang="en-GB" altLang="zh-CN" dirty="0">
                <a:hlinkClick r:id="rId2"/>
              </a:rPr>
              <a:t>/community/issues/4</a:t>
            </a:r>
            <a:r>
              <a:rPr kumimoji="1" lang="en-US" altLang="zh-CN" dirty="0">
                <a:hlinkClick r:id="rId2"/>
              </a:rPr>
              <a:t>6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  <a:endParaRPr lang="en-US">
              <a:solidFill>
                <a:srgbClr val="FFFF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3024" y="414528"/>
            <a:ext cx="3025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2.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Next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Phase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Plan</a:t>
            </a:r>
            <a:endParaRPr kumimoji="1"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964444" y="1101491"/>
            <a:ext cx="4798701" cy="461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altLang="zh-CN" sz="2400" dirty="0"/>
              <a:t>The main tasks for the </a:t>
            </a:r>
            <a:r>
              <a:rPr lang="en-US" altLang="zh-CN" sz="2400" dirty="0"/>
              <a:t>next phase:</a:t>
            </a:r>
            <a:endParaRPr kumimoji="1"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1441509" y="3130005"/>
            <a:ext cx="6962249" cy="3337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implement </a:t>
            </a:r>
            <a:r>
              <a:rPr lang="en-GB" altLang="zh-CN" dirty="0"/>
              <a:t>G1 GC barrier </a:t>
            </a:r>
            <a:r>
              <a:rPr lang="en-US" altLang="zh-CN" dirty="0"/>
              <a:t>support.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implement OSR.</a:t>
            </a:r>
            <a:endParaRPr lang="en-GB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altLang="zh-CN" dirty="0"/>
              <a:t>Fast path of object allocation.</a:t>
            </a:r>
            <a:endParaRPr lang="en-GB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Support CompressedOops/CompressedClassPointers.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Implement a unified intrinsic framework for Jeandle Compiler.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Add type information for Jeandle compiled code.</a:t>
            </a:r>
            <a:endParaRPr lang="en-GB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964449" y="2668995"/>
            <a:ext cx="44665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en-US" altLang="zh-CN" sz="2400" dirty="0"/>
              <a:t>Main issues for next two weeks:</a:t>
            </a:r>
            <a:endParaRPr kumimoji="1"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1441509" y="1484577"/>
            <a:ext cx="7578229" cy="125667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GB" altLang="zh-CN" dirty="0"/>
              <a:t>Continue enhancing </a:t>
            </a:r>
            <a:r>
              <a:rPr lang="en-GB" altLang="zh-CN" dirty="0" err="1"/>
              <a:t>Jeandle‘s</a:t>
            </a:r>
            <a:r>
              <a:rPr lang="en-GB" altLang="zh-CN" dirty="0"/>
              <a:t> functionality to pass all </a:t>
            </a:r>
            <a:r>
              <a:rPr lang="en-GB" altLang="zh-CN" dirty="0" err="1"/>
              <a:t>jtreg</a:t>
            </a:r>
            <a:r>
              <a:rPr lang="en-GB" altLang="zh-CN" dirty="0"/>
              <a:t> tier</a:t>
            </a:r>
            <a:r>
              <a:rPr lang="en-US" altLang="zh-CN" dirty="0"/>
              <a:t>2 </a:t>
            </a:r>
            <a:r>
              <a:rPr lang="en-GB" altLang="zh-CN" dirty="0"/>
              <a:t>tests.</a:t>
            </a:r>
            <a:endParaRPr lang="en-GB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Compilation</a:t>
            </a:r>
            <a:r>
              <a:rPr lang="en-GB" altLang="zh-CN" dirty="0"/>
              <a:t> </a:t>
            </a:r>
            <a:r>
              <a:rPr lang="en-US" altLang="zh-CN" dirty="0"/>
              <a:t>optimizations.</a:t>
            </a:r>
            <a:endParaRPr lang="en-GB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9714" y="1626562"/>
            <a:ext cx="7312572" cy="191491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58372" y="3832372"/>
            <a:ext cx="3275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Thanks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for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listening!</a:t>
            </a:r>
            <a:endParaRPr kumimoji="1" lang="zh-CN" altLang="en-US" sz="2800" dirty="0"/>
          </a:p>
        </p:txBody>
      </p:sp>
      <p:sp>
        <p:nvSpPr>
          <p:cNvPr id="6" name="文本框 3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文本框 4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2603</Words>
  <Application>WPS Office WWO_dingtalk_20240221035043-c523bba0e7</Application>
  <PresentationFormat>宽屏</PresentationFormat>
  <Paragraphs>52</Paragraphs>
  <Slides>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等线</vt:lpstr>
      <vt:lpstr>汉仪中等线KW</vt:lpstr>
      <vt:lpstr>汉仪书宋二KW</vt:lpstr>
      <vt:lpstr>Kingsoft Confetti</vt:lpstr>
      <vt:lpstr>Mona Sans VF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taofengliu</dc:creator>
  <cp:lastModifiedBy>taofengliu</cp:lastModifiedBy>
  <dcterms:created xsi:type="dcterms:W3CDTF">2026-04-23T10:51:42Z</dcterms:created>
  <dcterms:modified xsi:type="dcterms:W3CDTF">2026-04-23T10:51:42Z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perty1">
    <vt:lpwstr>BBAAD9C20180234D78A0072836F0BA4062B9B2021ACADBB0A3D98934B1662BE90B44B338016CFB0A22C929089846A8EBDCE9215AC1D02B711BBFC2E5787E3FD724FD34AD372499F754CF2487686243B26F4CE8C973B2C21308BB119F2EE60CD8DFE6229BCE3</vt:lpwstr>
  </property>
  <property fmtid="{D5CDD505-2E9C-101B-9397-08002B2CF9AE}" pid="3" name="property2">
    <vt:lpwstr>BBAAD9C20180234D78A0072836F0B110F2B9B20719072BE0A6D98A36B1092B295B4DBF3851685B062209200898466AEB4AE921AAA1D02B511BBFC2177DAE35D524FC95AD502769A7E4082DB765A24C5F2CCDE1CE7D98127F58192190FC915CD8DC162A972E3</vt:lpwstr>
  </property>
  <property fmtid="{D5CDD505-2E9C-101B-9397-08002B2CF9AE}" pid="4" name="ICV">
    <vt:lpwstr/>
  </property>
  <property fmtid="{D5CDD505-2E9C-101B-9397-08002B2CF9AE}" pid="5" name="KSOProductBuildVer">
    <vt:lpwstr>2052-0.0.0.0</vt:lpwstr>
  </property>
</Properties>
</file>