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5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7"/>
    <p:restoredTop sz="82606"/>
  </p:normalViewPr>
  <p:slideViewPr>
    <p:cSldViewPr snapToGrid="0">
      <p:cViewPr varScale="1">
        <p:scale>
          <a:sx n="118" d="100"/>
          <a:sy n="118" d="100"/>
        </p:scale>
        <p:origin x="1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2025/12/11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Dec </a:t>
            </a:r>
            <a:r>
              <a:rPr lang="en-US" altLang="zh-CN" sz="2400"/>
              <a:t>11</a:t>
            </a:r>
            <a:r>
              <a:rPr lang="en" altLang="zh-CN" sz="2400"/>
              <a:t>, </a:t>
            </a:r>
            <a:r>
              <a:rPr lang="en" altLang="zh-CN" sz="2400" dirty="0"/>
              <a:t>2025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189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Create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ScopeValue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jeandle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compiled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code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Let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introduce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external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symbols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stackoverflow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Change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relocation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model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PIC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jeandle</a:t>
            </a:r>
            <a:r>
              <a:rPr kumimoji="1" lang="en" altLang="zh-CN" dirty="0"/>
              <a:t>/community/issues/23#issuecomment-3635843043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7FAB5-4B6B-F2DD-21B7-8487BAC6A0B3}"/>
              </a:ext>
            </a:extLst>
          </p:cNvPr>
          <p:cNvSpPr txBox="1"/>
          <p:nvPr/>
        </p:nvSpPr>
        <p:spPr>
          <a:xfrm>
            <a:off x="926592" y="4208473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Others: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70BA-7E94-12B1-55CF-83DC8519C507}"/>
              </a:ext>
            </a:extLst>
          </p:cNvPr>
          <p:cNvSpPr txBox="1"/>
          <p:nvPr/>
        </p:nvSpPr>
        <p:spPr>
          <a:xfrm>
            <a:off x="1267969" y="4789919"/>
            <a:ext cx="10277856" cy="1430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 </a:t>
            </a:r>
            <a:r>
              <a:rPr lang="en-US" altLang="zh-CN" sz="2000" dirty="0"/>
              <a:t>Enable</a:t>
            </a:r>
            <a:r>
              <a:rPr lang="zh-CN" altLang="en-US" sz="2000" dirty="0"/>
              <a:t> </a:t>
            </a:r>
            <a:r>
              <a:rPr lang="en-US" altLang="zh-CN" sz="2000" dirty="0"/>
              <a:t>building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clang</a:t>
            </a:r>
            <a:r>
              <a:rPr lang="zh-CN" altLang="en-US" sz="2000" dirty="0"/>
              <a:t> </a:t>
            </a:r>
            <a:r>
              <a:rPr lang="en-US" altLang="zh-CN" sz="2000" dirty="0"/>
              <a:t>toolchain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Suppoort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bytecode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multianewarray</a:t>
            </a:r>
            <a:endParaRPr kumimoji="1" lang="en-US" altLang="zh-CN" sz="2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Boudary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array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load/store</a:t>
            </a:r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1365504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574259" y="2023872"/>
            <a:ext cx="3656770" cy="1892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Uncommon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Check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exceptions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Call_VM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Class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initialization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barrier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Update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LLVM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version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21.1</a:t>
            </a:r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81C6-6A42-A8F5-DA77-663E9758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2D034814-E5CE-C0ED-9144-219F3AD61475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650C5-27DD-B55D-D365-EB7E9A38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3A20710D-DC8F-AE23-96B9-E474465A8BD2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EB11A7-3B49-4277-1734-BB719C51DA16}"/>
              </a:ext>
            </a:extLst>
          </p:cNvPr>
          <p:cNvSpPr txBox="1"/>
          <p:nvPr/>
        </p:nvSpPr>
        <p:spPr>
          <a:xfrm>
            <a:off x="573024" y="414528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Member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B697AA-F987-EE02-87EF-2662410648DA}"/>
              </a:ext>
            </a:extLst>
          </p:cNvPr>
          <p:cNvSpPr txBox="1"/>
          <p:nvPr/>
        </p:nvSpPr>
        <p:spPr>
          <a:xfrm>
            <a:off x="1057287" y="1145186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Contributor: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E0A0D4-80A0-ED63-25CF-AD7EAD8FAE49}"/>
              </a:ext>
            </a:extLst>
          </p:cNvPr>
          <p:cNvSpPr txBox="1"/>
          <p:nvPr/>
        </p:nvSpPr>
        <p:spPr>
          <a:xfrm>
            <a:off x="1669634" y="1814289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dirty="0"/>
              <a:t>Dragonliu2018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363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8852</TotalTime>
  <Words>120</Words>
  <Application>Microsoft Macintosh PowerPoint</Application>
  <PresentationFormat>宽屏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37</cp:revision>
  <dcterms:created xsi:type="dcterms:W3CDTF">2025-06-30T08:06:34Z</dcterms:created>
  <dcterms:modified xsi:type="dcterms:W3CDTF">2025-12-11T10:59:03Z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