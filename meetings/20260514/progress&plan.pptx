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73" r:id="rId4"/>
    <p:sldId id="274" r:id="rId5"/>
    <p:sldId id="27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/>
    <p:restoredTop sz="82606"/>
  </p:normalViewPr>
  <p:slideViewPr>
    <p:cSldViewPr snapToGrid="0">
      <p:cViewPr varScale="1">
        <p:scale>
          <a:sx n="118" d="100"/>
          <a:sy n="118" d="100"/>
        </p:scale>
        <p:origin x="12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766048" y="5023104"/>
            <a:ext cx="1957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May</a:t>
            </a:r>
            <a:r>
              <a:rPr lang="en-GB" altLang="zh-CN" sz="2400" dirty="0"/>
              <a:t> </a:t>
            </a:r>
            <a:r>
              <a:rPr lang="en-US" altLang="zh-CN" sz="2400" dirty="0"/>
              <a:t>14</a:t>
            </a:r>
            <a:r>
              <a:rPr lang="en-GB" altLang="zh-CN" sz="2400" dirty="0"/>
              <a:t>, 2026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7627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93914" y="1404628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893914" y="2071915"/>
            <a:ext cx="10277856" cy="3180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Support G1GC barrier</a:t>
            </a:r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Support on-stack replacement</a:t>
            </a:r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Add type information in </a:t>
            </a:r>
            <a:r>
              <a:rPr lang="en-GB" altLang="zh-CN" dirty="0" err="1"/>
              <a:t>Jeandle</a:t>
            </a:r>
            <a:r>
              <a:rPr lang="en-GB" altLang="zh-CN" dirty="0"/>
              <a:t> compiled code and type check elimination</a:t>
            </a:r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Fast path of object allocation</a:t>
            </a:r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Several </a:t>
            </a:r>
            <a:r>
              <a:rPr lang="en-GB" altLang="zh-CN" dirty="0" err="1"/>
              <a:t>jtreg</a:t>
            </a:r>
            <a:r>
              <a:rPr lang="en-GB" altLang="zh-CN" dirty="0"/>
              <a:t> tests bug fix</a:t>
            </a:r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endParaRPr lang="en-GB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1169365" y="1523217"/>
            <a:ext cx="8486263" cy="44312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en-GB" altLang="zh-CN" dirty="0"/>
              <a:t>scape analysis</a:t>
            </a:r>
            <a:r>
              <a:rPr lang="zh-CN" altLang="en-US" dirty="0"/>
              <a:t> </a:t>
            </a:r>
            <a:r>
              <a:rPr lang="en-US" altLang="zh-CN" dirty="0"/>
              <a:t>pipeline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scalar</a:t>
            </a:r>
            <a:r>
              <a:rPr lang="zh-CN" altLang="en-US" dirty="0"/>
              <a:t> </a:t>
            </a:r>
            <a:r>
              <a:rPr lang="en-US" altLang="zh-CN" dirty="0"/>
              <a:t>replacement</a:t>
            </a:r>
            <a:endParaRPr lang="en-GB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A unified intrinsic framework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typical</a:t>
            </a:r>
            <a:r>
              <a:rPr lang="zh-CN" altLang="en-US" dirty="0"/>
              <a:t> </a:t>
            </a:r>
            <a:r>
              <a:rPr lang="en-US" altLang="zh-CN" dirty="0"/>
              <a:t>intrinsic</a:t>
            </a:r>
            <a:r>
              <a:rPr lang="zh-CN" altLang="en-US" dirty="0"/>
              <a:t> </a:t>
            </a:r>
            <a:r>
              <a:rPr lang="en-US" altLang="zh-CN" dirty="0"/>
              <a:t>implementation</a:t>
            </a:r>
            <a:endParaRPr lang="en-GB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Support basic method inlining</a:t>
            </a:r>
            <a:r>
              <a:rPr lang="zh-CN" altLang="en-US" dirty="0"/>
              <a:t> </a:t>
            </a:r>
            <a:r>
              <a:rPr lang="en-US" altLang="zh-CN" dirty="0"/>
              <a:t>(VM</a:t>
            </a:r>
            <a:r>
              <a:rPr lang="zh-CN" altLang="en-US" dirty="0"/>
              <a:t> </a:t>
            </a:r>
            <a:r>
              <a:rPr lang="en-US" altLang="zh-CN" dirty="0"/>
              <a:t>flag</a:t>
            </a:r>
            <a:r>
              <a:rPr lang="zh-CN" altLang="en-US" dirty="0"/>
              <a:t> </a:t>
            </a:r>
            <a:r>
              <a:rPr lang="en-US" altLang="zh-CN" dirty="0"/>
              <a:t>based)</a:t>
            </a:r>
            <a:endParaRPr lang="en-GB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Safepoint poll elimination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zh-CN" dirty="0" err="1"/>
              <a:t>CompressedOops</a:t>
            </a:r>
            <a:r>
              <a:rPr lang="en-GB" altLang="zh-CN" dirty="0"/>
              <a:t> and </a:t>
            </a:r>
            <a:r>
              <a:rPr lang="en-GB" altLang="zh-CN" dirty="0" err="1"/>
              <a:t>CmpressedClassPointers</a:t>
            </a:r>
            <a:endParaRPr lang="en-GB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Type information enhancement (multi interface)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path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array</a:t>
            </a:r>
            <a:r>
              <a:rPr lang="zh-CN" altLang="en-US" dirty="0"/>
              <a:t> </a:t>
            </a:r>
            <a:r>
              <a:rPr lang="en-US" altLang="zh-CN" dirty="0"/>
              <a:t>allocation;</a:t>
            </a:r>
            <a:r>
              <a:rPr lang="zh-CN" altLang="en-US" dirty="0"/>
              <a:t> </a:t>
            </a:r>
            <a:r>
              <a:rPr lang="en-US" altLang="zh-CN" dirty="0"/>
              <a:t>Prefetch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endParaRPr lang="en-GB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A79C03-3FEE-43F9-60F5-6592FD60ABEC}"/>
              </a:ext>
            </a:extLst>
          </p:cNvPr>
          <p:cNvSpPr txBox="1"/>
          <p:nvPr/>
        </p:nvSpPr>
        <p:spPr>
          <a:xfrm>
            <a:off x="772886" y="1153885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Goals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May</a:t>
            </a:r>
            <a:r>
              <a:rPr kumimoji="1" lang="zh-CN" altLang="en-US" dirty="0"/>
              <a:t>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9BFD-2775-7FF5-D918-668487C3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C3D05F55-1F88-7F7D-7DCD-37F336E4FB31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48FDF0-708B-81D5-E9E7-351A054AD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56172CDE-5CC6-0CAB-F24F-4A5B9365ADE6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27F2CB-D012-1E24-0510-4417BBA2E618}"/>
              </a:ext>
            </a:extLst>
          </p:cNvPr>
          <p:cNvSpPr txBox="1"/>
          <p:nvPr/>
        </p:nvSpPr>
        <p:spPr>
          <a:xfrm>
            <a:off x="573024" y="414528"/>
            <a:ext cx="2654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 New Member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16CD17-45BA-F001-72AE-9B627B44FE77}"/>
              </a:ext>
            </a:extLst>
          </p:cNvPr>
          <p:cNvSpPr txBox="1"/>
          <p:nvPr/>
        </p:nvSpPr>
        <p:spPr>
          <a:xfrm>
            <a:off x="979714" y="1664657"/>
            <a:ext cx="407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New Committer: Yuyu Zhou @</a:t>
            </a:r>
            <a:r>
              <a:rPr kumimoji="1" lang="en-US" altLang="zh-CN" dirty="0" err="1"/>
              <a:t>wazlyqa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A621BB-BD5D-BA06-D179-777B32F06938}"/>
              </a:ext>
            </a:extLst>
          </p:cNvPr>
          <p:cNvSpPr txBox="1"/>
          <p:nvPr/>
        </p:nvSpPr>
        <p:spPr>
          <a:xfrm>
            <a:off x="979714" y="2471057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Contributions: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2330C6-DC45-6C14-7AA6-87FB9D0F22F5}"/>
              </a:ext>
            </a:extLst>
          </p:cNvPr>
          <p:cNvSpPr txBox="1"/>
          <p:nvPr/>
        </p:nvSpPr>
        <p:spPr>
          <a:xfrm>
            <a:off x="1273629" y="3130231"/>
            <a:ext cx="9808027" cy="1712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dirty="0" err="1"/>
              <a:t>wazlyqa</a:t>
            </a:r>
            <a:r>
              <a:rPr lang="en" altLang="zh-CN" dirty="0"/>
              <a:t> has been an active contributor to the </a:t>
            </a:r>
            <a:r>
              <a:rPr lang="en" altLang="zh-CN" dirty="0" err="1"/>
              <a:t>Jeandle</a:t>
            </a:r>
            <a:r>
              <a:rPr lang="en" altLang="zh-CN" dirty="0"/>
              <a:t> project since February 2026, with significant contributions across both the </a:t>
            </a:r>
            <a:r>
              <a:rPr lang="en" altLang="zh-CN" dirty="0" err="1"/>
              <a:t>jeandle-llvm</a:t>
            </a:r>
            <a:r>
              <a:rPr lang="en" altLang="zh-CN" dirty="0"/>
              <a:t> and </a:t>
            </a:r>
            <a:r>
              <a:rPr lang="en" altLang="zh-CN" dirty="0" err="1"/>
              <a:t>jeandle-jdk</a:t>
            </a:r>
            <a:r>
              <a:rPr lang="en" altLang="zh-CN" dirty="0"/>
              <a:t> repositories. Over the past three months (February -- May 2026), </a:t>
            </a:r>
            <a:r>
              <a:rPr lang="en" altLang="zh-CN" dirty="0" err="1"/>
              <a:t>wazlyqa</a:t>
            </a:r>
            <a:r>
              <a:rPr lang="en" altLang="zh-CN" dirty="0"/>
              <a:t> has authored </a:t>
            </a:r>
            <a:r>
              <a:rPr lang="en" altLang="zh-CN" b="1" dirty="0"/>
              <a:t>10 merged pull requests</a:t>
            </a:r>
            <a:r>
              <a:rPr lang="en" altLang="zh-CN" dirty="0"/>
              <a:t>, </a:t>
            </a:r>
            <a:r>
              <a:rPr lang="en" altLang="zh-CN" b="1" dirty="0"/>
              <a:t>6 issue reports</a:t>
            </a:r>
            <a:r>
              <a:rPr lang="en" altLang="zh-CN" dirty="0"/>
              <a:t>, touching critical components of the </a:t>
            </a:r>
            <a:r>
              <a:rPr lang="en" altLang="zh-CN" dirty="0" err="1"/>
              <a:t>Jeandle</a:t>
            </a:r>
            <a:r>
              <a:rPr lang="en" altLang="zh-CN" dirty="0"/>
              <a:t> JIT compiler.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392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181</Words>
  <Application>Microsoft Macintosh PowerPoint</Application>
  <PresentationFormat>宽屏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taofengliu</cp:lastModifiedBy>
  <cp:revision>2</cp:revision>
  <dcterms:created xsi:type="dcterms:W3CDTF">2026-04-23T10:51:42Z</dcterms:created>
  <dcterms:modified xsi:type="dcterms:W3CDTF">2026-05-14T08:49:42Z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  <property fmtid="{D5CDD505-2E9C-101B-9397-08002B2CF9AE}" pid="4" name="ICV">
    <vt:lpwstr/>
  </property>
  <property fmtid="{D5CDD505-2E9C-101B-9397-08002B2CF9AE}" pid="5" name="KSOProductBuildVer">
    <vt:lpwstr>2052-0.0.0.0</vt:lpwstr>
  </property>
</Properties>
</file>