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73" r:id="rId4"/>
    <p:sldId id="275" r:id="rId5"/>
    <p:sldId id="27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29"/>
    <p:restoredTop sz="82577"/>
  </p:normalViewPr>
  <p:slideViewPr>
    <p:cSldViewPr snapToGrid="0">
      <p:cViewPr varScale="1">
        <p:scale>
          <a:sx n="130" d="100"/>
          <a:sy n="130" d="100"/>
        </p:scale>
        <p:origin x="7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9A3D5-F290-6944-B387-84B67D9151D7}" type="datetimeFigureOut">
              <a:rPr kumimoji="1" lang="zh-CN" altLang="en-US" smtClean="0"/>
              <a:t>2026/2/26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0923B8-FCC4-A548-9E39-961ED1B5B4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3057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F9360A-CC4A-FF9E-547B-2ACAE34D5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A1E0C1-4D2C-E6F3-D11D-AA34768336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786BBB-CC3D-860A-8C76-1940A1CE8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2026/2/26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D6161A-3C22-9CA0-41F5-74E0A6A84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23B318-4810-2A78-EAB6-B126C103B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5069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19F034-5C96-1025-AC91-7F7DC41CC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30427B-9E99-C190-7134-6DBB8CA48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CC597C-1EF9-56A3-8C07-6D38ECFC8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2026/2/26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B15530-09E6-20F8-CAED-C91EC20EF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EBFD9A-0D85-4AB8-F024-5637F4700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1587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ABFC43-B43C-B4AA-1B69-A0507416D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44811C-6522-A348-02AA-E7DCF596F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A8C1C5-940D-3B24-67B4-BC199CDBB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2026/2/26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49534B-4365-A9B0-4D40-09FE786C7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B3B9AA-268A-B28F-182A-66310EFFB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3161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C1EA55-B6B4-A07F-A515-8E391311F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03953D-99F2-0C29-9A74-34A5F906A3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A3D877-1312-9E60-65B3-7CA6CEEF19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2D684C-C3B7-15ED-B5CF-C9E9235D1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2026/2/26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E2F953-329C-2738-575E-CBA0B05F6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4A7D2D-B4DE-0DF1-4691-19C8CC9AB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0846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829C3A-6030-60E5-2301-B2301EDB4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5CBBBE-BA04-7189-31FA-BE654B842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9518FF-FF26-1A17-D4EF-977BB10CE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6A8D152-B3E3-1E2B-A8BB-191365DDAE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8D73CA1-124B-B0E8-4461-CCFFBDC3C1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4DA84D-2A44-8F8E-4FFF-17CAA9913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2026/2/26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5089759-2AC7-5D0B-5B11-B751DA3CC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442E128-EE9D-EF29-7DEF-7C0DCF182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0036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6ED7A9-5A74-559F-85D2-57326E7D4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63E91BE-893E-1817-F73E-61671C8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2026/2/26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D37F2AB-5C43-F465-7F2A-75E7B8831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901FD4-05BA-FCD5-312B-8F2C43A4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2815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7DC62AA-62E1-2A47-E17C-05D090DF1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2026/2/26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7BA190E-3CB7-A7B0-119C-00A2F512E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D4DD15-D56A-3EB8-1711-B8560213F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8124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75A43-DF8D-936B-B7DD-490B053A9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741040-D918-C77F-9385-E331E7475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D4BD51-12A3-485A-EDF8-F5F444632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D52AE4-320A-9061-33C7-F00AFCD5A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2026/2/26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964DFB-437C-E0F3-1462-C3FF0218C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F505AF-9B5F-3D16-1741-FCFD28E74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59452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0160CE-303B-5AF9-E966-906BE6628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90CAC2-5C2D-BAE1-6954-91B67DF543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AEC76F-9E88-31DE-4A89-C3EF0FB16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E7AE3F-535D-5464-C195-AD34F8E32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2026/2/26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155150-F31C-C987-B19E-775EECF1B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79989A-3B10-41BB-608A-4FD7F46F5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1806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3231B-FB0C-58EE-9883-4854A5E0C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480AD9-6B9E-964A-367B-6A9966F5A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00CE12-D543-DA8F-7D19-D266A5316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2026/2/26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0BE8F4-C7F1-EC4F-BC15-F07F0383C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1E1370-4408-493F-9984-25270E90D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525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0DE82E1-3916-47CF-46E0-E2567F714F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0F44BD-0B2E-8DE8-AE5C-6C8AAE9FD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F7CE54-C94C-BA3D-E4C4-BBDF2855E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2026/2/26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EF1DBF-58FA-90F6-D3FD-76FFF8B13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D22584-9BAE-32F5-6A91-F8732C5E7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2361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313FEEA-44AF-CC96-665B-CC4F40918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DF2608-653F-C6C3-5354-441E98C28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DF79BE-1E40-DA3C-07CD-2C092F94AA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0E795-3276-4D4F-8A17-5B45B0C91768}" type="datetimeFigureOut">
              <a:rPr kumimoji="1" lang="zh-CN" altLang="en-US" smtClean="0"/>
              <a:t>2026/2/26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C4A662-42BB-EA73-1174-D486E7A775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67F7AF-60FD-A6A5-D8C0-8EFEF9B6B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8075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E5DB7BB-9386-4A84-CE7D-4B676B277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713" y="1266884"/>
            <a:ext cx="7312572" cy="191491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E2E938B-B177-CB61-2445-AB90DED914B6}"/>
              </a:ext>
            </a:extLst>
          </p:cNvPr>
          <p:cNvSpPr txBox="1"/>
          <p:nvPr/>
        </p:nvSpPr>
        <p:spPr>
          <a:xfrm>
            <a:off x="4193875" y="3676205"/>
            <a:ext cx="3804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Community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Meeting</a:t>
            </a:r>
            <a:endParaRPr kumimoji="1" lang="zh-CN" altLang="en-US" sz="3200" dirty="0"/>
          </a:p>
        </p:txBody>
      </p:sp>
      <p:sp>
        <p:nvSpPr>
          <p:cNvPr id="8" name="文本框 7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D9305F-55AB-C8E9-6D01-38D293071915}"/>
              </a:ext>
            </a:extLst>
          </p:cNvPr>
          <p:cNvSpPr txBox="1"/>
          <p:nvPr/>
        </p:nvSpPr>
        <p:spPr>
          <a:xfrm>
            <a:off x="8766048" y="5023104"/>
            <a:ext cx="18758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2400" dirty="0"/>
              <a:t>Feb </a:t>
            </a:r>
            <a:r>
              <a:rPr lang="en-US" altLang="zh-CN" sz="2400" dirty="0"/>
              <a:t>26</a:t>
            </a:r>
            <a:r>
              <a:rPr lang="en" altLang="zh-CN" sz="2400" dirty="0"/>
              <a:t>, 2026</a:t>
            </a:r>
          </a:p>
        </p:txBody>
      </p:sp>
      <p:sp>
        <p:nvSpPr>
          <p:cNvPr id="9" name="文本框 8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</p:spTree>
    <p:extLst>
      <p:ext uri="{BB962C8B-B14F-4D97-AF65-F5344CB8AC3E}">
        <p14:creationId xmlns:p14="http://schemas.microsoft.com/office/powerpoint/2010/main" val="1750191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D355E-0164-FF8B-CD2D-ACD2AE8B4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1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064A536-4D11-D6CD-DF3E-BE811EF13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768" y="6377627"/>
            <a:ext cx="1359928" cy="356119"/>
          </a:xfrm>
          <a:prstGeom prst="rect">
            <a:avLst/>
          </a:prstGeom>
        </p:spPr>
      </p:pic>
      <p:sp>
        <p:nvSpPr>
          <p:cNvPr id="20" name="文本框 12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639F3E-39BB-E44D-C81D-1FE0CBAAA353}"/>
              </a:ext>
            </a:extLst>
          </p:cNvPr>
          <p:cNvSpPr txBox="1"/>
          <p:nvPr/>
        </p:nvSpPr>
        <p:spPr>
          <a:xfrm>
            <a:off x="573024" y="414528"/>
            <a:ext cx="3044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1.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Project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Progress</a:t>
            </a:r>
            <a:endParaRPr kumimoji="1"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16EE3DD-C129-48D9-357A-2E2E502EF2CF}"/>
              </a:ext>
            </a:extLst>
          </p:cNvPr>
          <p:cNvSpPr txBox="1"/>
          <p:nvPr/>
        </p:nvSpPr>
        <p:spPr>
          <a:xfrm>
            <a:off x="926592" y="1577655"/>
            <a:ext cx="2135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Main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Progress:</a:t>
            </a:r>
            <a:endParaRPr kumimoji="1"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80CB7B-277F-EA67-AF83-2785499A8D57}"/>
              </a:ext>
            </a:extLst>
          </p:cNvPr>
          <p:cNvSpPr txBox="1"/>
          <p:nvPr/>
        </p:nvSpPr>
        <p:spPr>
          <a:xfrm>
            <a:off x="1267969" y="2039320"/>
            <a:ext cx="10277856" cy="4246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dirty="0"/>
              <a:t>Fixed numerous bugs, enabling the </a:t>
            </a:r>
            <a:r>
              <a:rPr lang="en" altLang="zh-CN" dirty="0" err="1"/>
              <a:t>Jeandle</a:t>
            </a:r>
            <a:r>
              <a:rPr lang="en" altLang="zh-CN" dirty="0"/>
              <a:t> compiler to now </a:t>
            </a:r>
            <a:r>
              <a:rPr lang="en" altLang="zh-CN" b="1" dirty="0"/>
              <a:t>successfully run all Renaissance benchmarks and achieve a 95% pass rate on the </a:t>
            </a:r>
            <a:r>
              <a:rPr lang="en" altLang="zh-CN" b="1" dirty="0" err="1"/>
              <a:t>jtreg</a:t>
            </a:r>
            <a:r>
              <a:rPr lang="en" altLang="zh-CN" b="1" dirty="0"/>
              <a:t> tier1 test suite.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dirty="0">
                <a:ea typeface="等线" panose="02010600030101010101" pitchFamily="2" charset="-122"/>
              </a:rPr>
              <a:t>Crash with assert(address_from_scaled_offset(offset, base) == x, “just </a:t>
            </a:r>
            <a:r>
              <a:rPr lang="en" altLang="zh-CN" dirty="0" err="1">
                <a:ea typeface="等线" panose="02010600030101010101" pitchFamily="2" charset="-122"/>
              </a:rPr>
              <a:t>checkin</a:t>
            </a:r>
            <a:r>
              <a:rPr lang="en" altLang="zh-CN" dirty="0">
                <a:ea typeface="等线" panose="02010600030101010101" pitchFamily="2" charset="-122"/>
              </a:rPr>
              <a:t>‘”) in AArch64 jeandle-jdk#354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dirty="0">
                <a:ea typeface="等线" panose="02010600030101010101" pitchFamily="2" charset="-122"/>
              </a:rPr>
              <a:t>Crash with guarantee(sect != CodeBuffer::SECT_NONE) failed: lost track of this address jeandle-jdk#326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dirty="0">
                <a:ea typeface="等线" panose="02010600030101010101" pitchFamily="2" charset="-122"/>
              </a:rPr>
              <a:t>Too much overhead of ic_miss_stub in compiled code jeandle-jdk#360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dirty="0">
                <a:ea typeface="等线" panose="02010600030101010101" pitchFamily="2" charset="-122"/>
              </a:rPr>
              <a:t>GC Error Caused by Uncleared _vm_result After Call_VM jeandle-jdk#356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dirty="0">
                <a:ea typeface="等线" panose="02010600030101010101" pitchFamily="2" charset="-122"/>
              </a:rPr>
              <a:t>[Renaissance] SIGSEGV at J 2421 jeandle java.lang.StrictMath.rint(D)D jeandle-jdk#344</a:t>
            </a:r>
            <a:endParaRPr kumimoji="1" lang="en" altLang="zh-CN" dirty="0">
              <a:ea typeface="等线" panose="02010600030101010101" pitchFamily="2" charset="-122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20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32CB247-E682-5D5E-4D2E-B4F06EBD7A35}"/>
              </a:ext>
            </a:extLst>
          </p:cNvPr>
          <p:cNvSpPr txBox="1"/>
          <p:nvPr/>
        </p:nvSpPr>
        <p:spPr>
          <a:xfrm>
            <a:off x="926592" y="1073035"/>
            <a:ext cx="10006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issues:</a:t>
            </a:r>
            <a:r>
              <a:rPr kumimoji="1" lang="zh-CN" altLang="en-US" dirty="0"/>
              <a:t> </a:t>
            </a:r>
            <a:r>
              <a:rPr kumimoji="1" lang="en" altLang="zh-CN" dirty="0"/>
              <a:t>https://</a:t>
            </a:r>
            <a:r>
              <a:rPr kumimoji="1" lang="en" altLang="zh-CN" dirty="0" err="1"/>
              <a:t>github.com</a:t>
            </a:r>
            <a:r>
              <a:rPr kumimoji="1" lang="en" altLang="zh-CN" dirty="0"/>
              <a:t>/</a:t>
            </a:r>
            <a:r>
              <a:rPr kumimoji="1" lang="en" altLang="zh-CN" dirty="0" err="1"/>
              <a:t>jeandle</a:t>
            </a:r>
            <a:r>
              <a:rPr kumimoji="1" lang="en" altLang="zh-CN" dirty="0"/>
              <a:t>/community/issues/36#issuecomment-3963668452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0127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C973-9D30-F2BF-4F11-B5185231E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1" hidden="1">
            <a:extLst>
              <a:ext uri="{FF2B5EF4-FFF2-40B4-BE49-F238E27FC236}">
                <a16:creationId xmlns:a16="http://schemas.microsoft.com/office/drawing/2014/main" id="{652D82FA-9C4E-5B37-29A0-5340BED271FE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5140B6A-B963-498E-7249-65AE4F992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768" y="6376415"/>
            <a:ext cx="1359928" cy="356119"/>
          </a:xfrm>
          <a:prstGeom prst="rect">
            <a:avLst/>
          </a:prstGeom>
        </p:spPr>
      </p:pic>
      <p:sp>
        <p:nvSpPr>
          <p:cNvPr id="20" name="文本框 12" hidden="1">
            <a:extLst>
              <a:ext uri="{FF2B5EF4-FFF2-40B4-BE49-F238E27FC236}">
                <a16:creationId xmlns:a16="http://schemas.microsoft.com/office/drawing/2014/main" id="{D4077615-9078-FF7B-E709-D14A910CECEF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F5A326-D6CC-9661-FF0E-5429C62EB01D}"/>
              </a:ext>
            </a:extLst>
          </p:cNvPr>
          <p:cNvSpPr txBox="1"/>
          <p:nvPr/>
        </p:nvSpPr>
        <p:spPr>
          <a:xfrm>
            <a:off x="573024" y="414528"/>
            <a:ext cx="30251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2.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Next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Phase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Plan</a:t>
            </a:r>
            <a:endParaRPr kumimoji="1"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54D47F-9E07-BE0C-CE0E-671C4085FAAB}"/>
              </a:ext>
            </a:extLst>
          </p:cNvPr>
          <p:cNvSpPr txBox="1"/>
          <p:nvPr/>
        </p:nvSpPr>
        <p:spPr>
          <a:xfrm>
            <a:off x="975360" y="2803303"/>
            <a:ext cx="4408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Main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issues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for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next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two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weeks:</a:t>
            </a:r>
            <a:endParaRPr kumimoji="1"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0BEA6A-25A1-8FA0-7ADD-A3FF611D353E}"/>
              </a:ext>
            </a:extLst>
          </p:cNvPr>
          <p:cNvSpPr txBox="1"/>
          <p:nvPr/>
        </p:nvSpPr>
        <p:spPr>
          <a:xfrm>
            <a:off x="1484671" y="3417848"/>
            <a:ext cx="6894836" cy="2958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Support</a:t>
            </a:r>
            <a:r>
              <a:rPr kumimoji="1" lang="zh-CN" altLang="en-US" dirty="0"/>
              <a:t> </a:t>
            </a:r>
            <a:r>
              <a:rPr kumimoji="1" lang="en-US" altLang="zh-CN" dirty="0"/>
              <a:t>G1GC</a:t>
            </a:r>
            <a:r>
              <a:rPr kumimoji="1" lang="zh-CN" altLang="en-US" dirty="0"/>
              <a:t> </a:t>
            </a:r>
            <a:r>
              <a:rPr kumimoji="1" lang="en-US" altLang="zh-CN" dirty="0"/>
              <a:t>barrier</a:t>
            </a:r>
            <a:r>
              <a:rPr kumimoji="1" lang="zh-CN" altLang="en-US" dirty="0"/>
              <a:t> </a:t>
            </a:r>
            <a:r>
              <a:rPr kumimoji="1" lang="en-US" altLang="zh-CN" dirty="0"/>
              <a:t>#361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dirty="0"/>
              <a:t>Set up regression testing for the </a:t>
            </a:r>
            <a:r>
              <a:rPr lang="en" altLang="zh-CN" dirty="0" err="1"/>
              <a:t>jtreg</a:t>
            </a:r>
            <a:r>
              <a:rPr lang="en" altLang="zh-CN" dirty="0"/>
              <a:t> tier1 test suite in GitHub CI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Support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bytecode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jsr</a:t>
            </a:r>
            <a:r>
              <a:rPr kumimoji="1" lang="zh-CN" altLang="en-US" dirty="0"/>
              <a:t> </a:t>
            </a:r>
            <a:r>
              <a:rPr kumimoji="1" lang="en-US" altLang="zh-CN" dirty="0"/>
              <a:t>#321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Fast</a:t>
            </a:r>
            <a:r>
              <a:rPr kumimoji="1" lang="zh-CN" altLang="en-US" dirty="0"/>
              <a:t> </a:t>
            </a:r>
            <a:r>
              <a:rPr kumimoji="1" lang="en-US" altLang="zh-CN" dirty="0"/>
              <a:t>path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object</a:t>
            </a:r>
            <a:r>
              <a:rPr kumimoji="1" lang="zh-CN" altLang="en-US" dirty="0"/>
              <a:t> </a:t>
            </a:r>
            <a:r>
              <a:rPr kumimoji="1" lang="en-US" altLang="zh-CN" dirty="0"/>
              <a:t>allocation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#263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Fast</a:t>
            </a:r>
            <a:r>
              <a:rPr kumimoji="1" lang="zh-CN" altLang="en-US" dirty="0"/>
              <a:t> </a:t>
            </a:r>
            <a:r>
              <a:rPr kumimoji="1" lang="en-US" altLang="zh-CN" dirty="0"/>
              <a:t>path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monitorenter</a:t>
            </a:r>
            <a:r>
              <a:rPr kumimoji="1" lang="en-US" altLang="zh-CN" dirty="0"/>
              <a:t>/</a:t>
            </a:r>
            <a:r>
              <a:rPr kumimoji="1" lang="en-US" altLang="zh-CN" dirty="0" err="1"/>
              <a:t>monitorexit</a:t>
            </a:r>
            <a:r>
              <a:rPr kumimoji="1" lang="zh-CN" altLang="en-US" dirty="0"/>
              <a:t> </a:t>
            </a:r>
            <a:r>
              <a:rPr kumimoji="1" lang="en-US" altLang="zh-CN" dirty="0"/>
              <a:t>#186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Basic</a:t>
            </a:r>
            <a:r>
              <a:rPr kumimoji="1" lang="zh-CN" altLang="en-US" dirty="0"/>
              <a:t> </a:t>
            </a:r>
            <a:r>
              <a:rPr kumimoji="1" lang="en-US" altLang="zh-CN" dirty="0"/>
              <a:t>support</a:t>
            </a:r>
            <a:r>
              <a:rPr kumimoji="1" lang="zh-CN" altLang="en-US" dirty="0"/>
              <a:t> </a:t>
            </a:r>
            <a:r>
              <a:rPr kumimoji="1" lang="en-US" altLang="zh-CN" dirty="0"/>
              <a:t>on</a:t>
            </a:r>
            <a:r>
              <a:rPr kumimoji="1" lang="zh-CN" altLang="en-US" dirty="0"/>
              <a:t> </a:t>
            </a:r>
            <a:r>
              <a:rPr kumimoji="1" lang="en-US" altLang="zh-CN" dirty="0"/>
              <a:t>RISC-V</a:t>
            </a:r>
            <a:r>
              <a:rPr kumimoji="1" lang="zh-CN" altLang="en-US" dirty="0"/>
              <a:t> </a:t>
            </a:r>
            <a:r>
              <a:rPr kumimoji="1" lang="en-US" altLang="zh-CN" dirty="0"/>
              <a:t>#103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Express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Java</a:t>
            </a:r>
            <a:r>
              <a:rPr kumimoji="1" lang="zh-CN" altLang="en-US" dirty="0"/>
              <a:t> </a:t>
            </a:r>
            <a:r>
              <a:rPr kumimoji="1" lang="en-US" altLang="zh-CN" dirty="0"/>
              <a:t>class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Jeandle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compiled</a:t>
            </a:r>
            <a:r>
              <a:rPr kumimoji="1" lang="zh-CN" altLang="en-US" dirty="0"/>
              <a:t> </a:t>
            </a:r>
            <a:r>
              <a:rPr kumimoji="1" lang="en-US" altLang="zh-CN" dirty="0"/>
              <a:t>IR</a:t>
            </a:r>
            <a:r>
              <a:rPr kumimoji="1" lang="zh-CN" altLang="en-US" dirty="0"/>
              <a:t> </a:t>
            </a:r>
            <a:r>
              <a:rPr kumimoji="1" lang="en-US" altLang="zh-CN" dirty="0"/>
              <a:t>#370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492BEC7-DF31-46F3-EBF8-35A32637515B}"/>
              </a:ext>
            </a:extLst>
          </p:cNvPr>
          <p:cNvSpPr txBox="1"/>
          <p:nvPr/>
        </p:nvSpPr>
        <p:spPr>
          <a:xfrm>
            <a:off x="975360" y="1111045"/>
            <a:ext cx="46249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2400" dirty="0"/>
              <a:t>The main tasks for the next phase</a:t>
            </a:r>
            <a:endParaRPr kumimoji="1"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F56333-7C1C-4C4F-A382-8AF1F08CAF16}"/>
              </a:ext>
            </a:extLst>
          </p:cNvPr>
          <p:cNvSpPr txBox="1"/>
          <p:nvPr/>
        </p:nvSpPr>
        <p:spPr>
          <a:xfrm>
            <a:off x="1484671" y="1627420"/>
            <a:ext cx="7746031" cy="8810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dirty="0"/>
              <a:t>Continue enhancing </a:t>
            </a:r>
            <a:r>
              <a:rPr lang="en" altLang="zh-CN" dirty="0" err="1"/>
              <a:t>Jeandle‘s</a:t>
            </a:r>
            <a:r>
              <a:rPr lang="en" altLang="zh-CN" dirty="0"/>
              <a:t> functionality to pass all </a:t>
            </a:r>
            <a:r>
              <a:rPr lang="en" altLang="zh-CN" dirty="0" err="1"/>
              <a:t>jtreg</a:t>
            </a:r>
            <a:r>
              <a:rPr lang="en" altLang="zh-CN" dirty="0"/>
              <a:t> tier1</a:t>
            </a:r>
            <a:r>
              <a:rPr lang="en-US" altLang="zh-CN" dirty="0"/>
              <a:t>/2/3</a:t>
            </a:r>
            <a:r>
              <a:rPr lang="en" altLang="zh-CN" dirty="0"/>
              <a:t> tests.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CN" dirty="0"/>
              <a:t>Start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optimization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related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work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7140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281C6-6A42-A8F5-DA77-663E97582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1" hidden="1">
            <a:extLst>
              <a:ext uri="{FF2B5EF4-FFF2-40B4-BE49-F238E27FC236}">
                <a16:creationId xmlns:a16="http://schemas.microsoft.com/office/drawing/2014/main" id="{2D034814-E5CE-C0ED-9144-219F3AD61475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92650C5-27DD-B55D-D365-EB7E9A386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768" y="6376415"/>
            <a:ext cx="1359928" cy="356119"/>
          </a:xfrm>
          <a:prstGeom prst="rect">
            <a:avLst/>
          </a:prstGeom>
        </p:spPr>
      </p:pic>
      <p:sp>
        <p:nvSpPr>
          <p:cNvPr id="20" name="文本框 12" hidden="1">
            <a:extLst>
              <a:ext uri="{FF2B5EF4-FFF2-40B4-BE49-F238E27FC236}">
                <a16:creationId xmlns:a16="http://schemas.microsoft.com/office/drawing/2014/main" id="{3A20710D-DC8F-AE23-96B9-E474465A8BD2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CEB11A7-3B49-4277-1734-BB719C51DA16}"/>
              </a:ext>
            </a:extLst>
          </p:cNvPr>
          <p:cNvSpPr txBox="1"/>
          <p:nvPr/>
        </p:nvSpPr>
        <p:spPr>
          <a:xfrm>
            <a:off x="573024" y="414528"/>
            <a:ext cx="26548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3.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New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Member</a:t>
            </a:r>
            <a:endParaRPr kumimoji="1"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5B697AA-F987-EE02-87EF-2662410648DA}"/>
              </a:ext>
            </a:extLst>
          </p:cNvPr>
          <p:cNvSpPr txBox="1"/>
          <p:nvPr/>
        </p:nvSpPr>
        <p:spPr>
          <a:xfrm>
            <a:off x="1057287" y="1145186"/>
            <a:ext cx="23471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New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Maintainer:</a:t>
            </a:r>
            <a:endParaRPr kumimoji="1"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E0A0D4-80A0-ED63-25CF-AD7EAD8FAE49}"/>
              </a:ext>
            </a:extLst>
          </p:cNvPr>
          <p:cNvSpPr txBox="1"/>
          <p:nvPr/>
        </p:nvSpPr>
        <p:spPr>
          <a:xfrm>
            <a:off x="1364834" y="1814289"/>
            <a:ext cx="8908055" cy="2173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Chao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Min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@minchao1024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dirty="0"/>
              <a:t>As an outstanding engineer, he has demonstrated his capabilities in </a:t>
            </a:r>
            <a:r>
              <a:rPr lang="en" altLang="zh-CN" dirty="0" err="1"/>
              <a:t>Jeandle</a:t>
            </a:r>
            <a:r>
              <a:rPr lang="en" altLang="zh-CN" dirty="0"/>
              <a:t> project with great attention to detail and a strong sense of dedication. He will continue to contribute actively to </a:t>
            </a:r>
            <a:r>
              <a:rPr lang="en" altLang="zh-CN" dirty="0" err="1"/>
              <a:t>Jeandle</a:t>
            </a:r>
            <a:r>
              <a:rPr lang="en" altLang="zh-CN" dirty="0"/>
              <a:t> and make even greater contributions in the future.</a:t>
            </a:r>
            <a:endParaRPr kumimoji="1"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653635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E6546-FC2B-31C0-A13C-07F5AEC8C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EB14F6A-FAF7-381D-22CF-8300D223B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714" y="1626562"/>
            <a:ext cx="7312572" cy="191491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E997027-EC57-F3F4-BB07-D8AA4EEFF477}"/>
              </a:ext>
            </a:extLst>
          </p:cNvPr>
          <p:cNvSpPr txBox="1"/>
          <p:nvPr/>
        </p:nvSpPr>
        <p:spPr>
          <a:xfrm>
            <a:off x="4458372" y="3832372"/>
            <a:ext cx="3275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Thanks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for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listening!</a:t>
            </a:r>
            <a:endParaRPr kumimoji="1" lang="zh-CN" altLang="en-US" sz="2800" dirty="0"/>
          </a:p>
        </p:txBody>
      </p:sp>
      <p:sp>
        <p:nvSpPr>
          <p:cNvPr id="6" name="文本框 3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sp>
        <p:nvSpPr>
          <p:cNvPr id="8" name="文本框 4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</p:spTree>
    <p:extLst>
      <p:ext uri="{BB962C8B-B14F-4D97-AF65-F5344CB8AC3E}">
        <p14:creationId xmlns:p14="http://schemas.microsoft.com/office/powerpoint/2010/main" val="2296959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8892</TotalTime>
  <Words>322</Words>
  <Application>Microsoft Macintosh PowerPoint</Application>
  <PresentationFormat>宽屏</PresentationFormat>
  <Paragraphs>48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taofengliu</dc:creator>
  <cp:lastModifiedBy>taofengliu</cp:lastModifiedBy>
  <cp:revision>39</cp:revision>
  <dcterms:created xsi:type="dcterms:W3CDTF">2025-06-30T08:06:34Z</dcterms:created>
  <dcterms:modified xsi:type="dcterms:W3CDTF">2026-02-26T08:51:55Z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operty1">
    <vt:lpwstr>BBAAD9C20180234D78A0072836F0BA4062B9B2021ACADBB0A3D98934B1662BE90B44B338016CFB0A22C929089846A8EBDCE9215AC1D02B711BBFC2E5787E3FD724FD34AD372499F754CF2487686243B26F4CE8C973B2C21308BB119F2EE60CD8DFE6229BCE3</vt:lpwstr>
  </property>
  <property fmtid="{D5CDD505-2E9C-101B-9397-08002B2CF9AE}" pid="3" name="property2">
    <vt:lpwstr>BBAAD9C20180234D78A0072836F0B110F2B9B20719072BE0A6D98A36B1092B295B4DBF3851685B062209200898466AEB4AE921AAA1D02B511BBFC2177DAE35D524FC95AD502769A7E4082DB765A24C5F2CCDE1CE7D98127F58192190FC915CD8DC162A972E3</vt:lpwstr>
  </property>
</Properties>
</file>