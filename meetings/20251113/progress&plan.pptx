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73" r:id="rId4"/>
    <p:sldId id="274" r:id="rId5"/>
    <p:sldId id="275" r:id="rId6"/>
    <p:sldId id="27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8"/>
    <p:restoredTop sz="82653"/>
  </p:normalViewPr>
  <p:slideViewPr>
    <p:cSldViewPr snapToGrid="0">
      <p:cViewPr varScale="1">
        <p:scale>
          <a:sx n="105" d="100"/>
          <a:sy n="105" d="100"/>
        </p:scale>
        <p:origin x="14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9A3D5-F290-6944-B387-84B67D9151D7}" type="datetimeFigureOut">
              <a:rPr kumimoji="1" lang="zh-CN" altLang="en-US" smtClean="0"/>
              <a:t>2025/11/13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0923B8-FCC4-A548-9E39-961ED1B5B4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3057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F9360A-CC4A-FF9E-547B-2ACAE34D54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0A1E0C1-4D2C-E6F3-D11D-AA34768336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9786BBB-CC3D-860A-8C76-1940A1CE8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2025/11/13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D6161A-3C22-9CA0-41F5-74E0A6A84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23B318-4810-2A78-EAB6-B126C103B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85069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19F034-5C96-1025-AC91-7F7DC41CC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30427B-9E99-C190-7134-6DBB8CA48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CC597C-1EF9-56A3-8C07-6D38ECFC8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2025/11/13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B15530-09E6-20F8-CAED-C91EC20EF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EBFD9A-0D85-4AB8-F024-5637F4700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1587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ABFC43-B43C-B4AA-1B69-A0507416D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44811C-6522-A348-02AA-E7DCF596F3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A8C1C5-940D-3B24-67B4-BC199CDBB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2025/11/13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49534B-4365-A9B0-4D40-09FE786C7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B3B9AA-268A-B28F-182A-66310EFFB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231612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C1EA55-B6B4-A07F-A515-8E391311F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03953D-99F2-0C29-9A74-34A5F906A3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A3D877-1312-9E60-65B3-7CA6CEEF19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2D684C-C3B7-15ED-B5CF-C9E9235D1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2025/11/13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E2F953-329C-2738-575E-CBA0B05F6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4A7D2D-B4DE-0DF1-4691-19C8CC9AB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0846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829C3A-6030-60E5-2301-B2301EDB4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05CBBBE-BA04-7189-31FA-BE654B842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9518FF-FF26-1A17-D4EF-977BB10CE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6A8D152-B3E3-1E2B-A8BB-191365DDAE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8D73CA1-124B-B0E8-4461-CCFFBDC3C1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54DA84D-2A44-8F8E-4FFF-17CAA9913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2025/11/13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5089759-2AC7-5D0B-5B11-B751DA3CC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442E128-EE9D-EF29-7DEF-7C0DCF182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80036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6ED7A9-5A74-559F-85D2-57326E7D4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63E91BE-893E-1817-F73E-61671C8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2025/11/13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D37F2AB-5C43-F465-7F2A-75E7B8831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901FD4-05BA-FCD5-312B-8F2C43A46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2815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7DC62AA-62E1-2A47-E17C-05D090DF1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2025/11/13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7BA190E-3CB7-A7B0-119C-00A2F512E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D4DD15-D56A-3EB8-1711-B8560213F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8124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75A43-DF8D-936B-B7DD-490B053A9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741040-D918-C77F-9385-E331E7475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2D4BD51-12A3-485A-EDF8-F5F444632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D52AE4-320A-9061-33C7-F00AFCD5A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2025/11/13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964DFB-437C-E0F3-1462-C3FF0218C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F505AF-9B5F-3D16-1741-FCFD28E74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59452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0160CE-303B-5AF9-E966-906BE6628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90CAC2-5C2D-BAE1-6954-91B67DF543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0AEC76F-9E88-31DE-4A89-C3EF0FB165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E7AE3F-535D-5464-C195-AD34F8E32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2025/11/13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E155150-F31C-C987-B19E-775EECF1B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79989A-3B10-41BB-608A-4FD7F46F5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21806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A3231B-FB0C-58EE-9883-4854A5E0C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480AD9-6B9E-964A-367B-6A9966F5A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00CE12-D543-DA8F-7D19-D266A5316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2025/11/13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0BE8F4-C7F1-EC4F-BC15-F07F0383C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1E1370-4408-493F-9984-25270E90D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525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0DE82E1-3916-47CF-46E0-E2567F714F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0F44BD-0B2E-8DE8-AE5C-6C8AAE9FD9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F7CE54-C94C-BA3D-E4C4-BBDF2855E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0E795-3276-4D4F-8A17-5B45B0C91768}" type="datetimeFigureOut">
              <a:rPr kumimoji="1" lang="zh-CN" altLang="en-US" smtClean="0"/>
              <a:t>2025/11/13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3EF1DBF-58FA-90F6-D3FD-76FFF8B13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D22584-9BAE-32F5-6A91-F8732C5E7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2361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313FEEA-44AF-CC96-665B-CC4F40918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8DF2608-653F-C6C3-5354-441E98C28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DF79BE-1E40-DA3C-07CD-2C092F94AA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0E795-3276-4D4F-8A17-5B45B0C91768}" type="datetimeFigureOut">
              <a:rPr kumimoji="1" lang="zh-CN" altLang="en-US" smtClean="0"/>
              <a:t>2025/11/13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C4A662-42BB-EA73-1174-D486E7A775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67F7AF-60FD-A6A5-D8C0-8EFEF9B6B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8B326D-FD99-8345-9AF7-721BE38D9B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8075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E5DB7BB-9386-4A84-CE7D-4B676B277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713" y="1266884"/>
            <a:ext cx="7312572" cy="191491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E2E938B-B177-CB61-2445-AB90DED914B6}"/>
              </a:ext>
            </a:extLst>
          </p:cNvPr>
          <p:cNvSpPr txBox="1"/>
          <p:nvPr/>
        </p:nvSpPr>
        <p:spPr>
          <a:xfrm>
            <a:off x="4193875" y="3676205"/>
            <a:ext cx="3804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200" dirty="0"/>
              <a:t>Community</a:t>
            </a:r>
            <a:r>
              <a:rPr kumimoji="1" lang="zh-CN" altLang="en-US" sz="3200" dirty="0"/>
              <a:t> </a:t>
            </a:r>
            <a:r>
              <a:rPr kumimoji="1" lang="en-US" altLang="zh-CN" sz="3200" dirty="0"/>
              <a:t>Meeting</a:t>
            </a:r>
            <a:endParaRPr kumimoji="1" lang="zh-CN" altLang="en-US" sz="3200" dirty="0"/>
          </a:p>
        </p:txBody>
      </p:sp>
      <p:sp>
        <p:nvSpPr>
          <p:cNvPr id="8" name="文本框 7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D9305F-55AB-C8E9-6D01-38D293071915}"/>
              </a:ext>
            </a:extLst>
          </p:cNvPr>
          <p:cNvSpPr txBox="1"/>
          <p:nvPr/>
        </p:nvSpPr>
        <p:spPr>
          <a:xfrm>
            <a:off x="8766048" y="5023104"/>
            <a:ext cx="19367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2400" dirty="0"/>
              <a:t>Nov </a:t>
            </a:r>
            <a:r>
              <a:rPr lang="en-US" altLang="zh-CN" sz="2400" dirty="0"/>
              <a:t>13</a:t>
            </a:r>
            <a:r>
              <a:rPr lang="en" altLang="zh-CN" sz="2400" dirty="0"/>
              <a:t>, 2025</a:t>
            </a:r>
          </a:p>
        </p:txBody>
      </p:sp>
      <p:sp>
        <p:nvSpPr>
          <p:cNvPr id="9" name="文本框 8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</p:spTree>
    <p:extLst>
      <p:ext uri="{BB962C8B-B14F-4D97-AF65-F5344CB8AC3E}">
        <p14:creationId xmlns:p14="http://schemas.microsoft.com/office/powerpoint/2010/main" val="1750191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D355E-0164-FF8B-CD2D-ACD2AE8B4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1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064A536-4D11-D6CD-DF3E-BE811EF133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768" y="6561588"/>
            <a:ext cx="1359928" cy="356119"/>
          </a:xfrm>
          <a:prstGeom prst="rect">
            <a:avLst/>
          </a:prstGeom>
        </p:spPr>
      </p:pic>
      <p:sp>
        <p:nvSpPr>
          <p:cNvPr id="20" name="文本框 12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8639F3E-39BB-E44D-C81D-1FE0CBAAA353}"/>
              </a:ext>
            </a:extLst>
          </p:cNvPr>
          <p:cNvSpPr txBox="1"/>
          <p:nvPr/>
        </p:nvSpPr>
        <p:spPr>
          <a:xfrm>
            <a:off x="573024" y="414528"/>
            <a:ext cx="30444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1.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Project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Progress</a:t>
            </a:r>
            <a:endParaRPr kumimoji="1"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16EE3DD-C129-48D9-357A-2E2E502EF2CF}"/>
              </a:ext>
            </a:extLst>
          </p:cNvPr>
          <p:cNvSpPr txBox="1"/>
          <p:nvPr/>
        </p:nvSpPr>
        <p:spPr>
          <a:xfrm>
            <a:off x="926592" y="1577655"/>
            <a:ext cx="21355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Main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Progress:</a:t>
            </a:r>
            <a:endParaRPr kumimoji="1"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80CB7B-277F-EA67-AF83-2785499A8D57}"/>
              </a:ext>
            </a:extLst>
          </p:cNvPr>
          <p:cNvSpPr txBox="1"/>
          <p:nvPr/>
        </p:nvSpPr>
        <p:spPr>
          <a:xfrm>
            <a:off x="1267969" y="2039320"/>
            <a:ext cx="10277856" cy="2353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 err="1"/>
              <a:t>Slowpath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of</a:t>
            </a:r>
            <a:r>
              <a:rPr kumimoji="1" lang="zh-CN" altLang="en-US" sz="2000" dirty="0"/>
              <a:t> </a:t>
            </a:r>
            <a:r>
              <a:rPr kumimoji="1" lang="en-US" altLang="zh-CN" sz="2000" dirty="0" err="1"/>
              <a:t>monitorenter</a:t>
            </a:r>
            <a:r>
              <a:rPr kumimoji="1" lang="en-US" altLang="zh-CN" sz="2000" dirty="0"/>
              <a:t>/</a:t>
            </a:r>
            <a:r>
              <a:rPr kumimoji="1" lang="en-US" altLang="zh-CN" sz="2000" dirty="0" err="1"/>
              <a:t>monitorexit</a:t>
            </a:r>
            <a:endParaRPr kumimoji="1" lang="en-US" altLang="zh-CN" sz="20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 err="1"/>
              <a:t>Invokedynamic</a:t>
            </a:r>
            <a:endParaRPr kumimoji="1" lang="en-US" altLang="zh-CN" sz="2000" dirty="0"/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 err="1"/>
              <a:t>SerialGC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barrier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New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array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of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reference</a:t>
            </a:r>
          </a:p>
          <a:p>
            <a:pPr>
              <a:lnSpc>
                <a:spcPct val="150000"/>
              </a:lnSpc>
            </a:pPr>
            <a:endParaRPr kumimoji="1" lang="zh-CN" altLang="en-US" sz="20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32CB247-E682-5D5E-4D2E-B4F06EBD7A35}"/>
              </a:ext>
            </a:extLst>
          </p:cNvPr>
          <p:cNvSpPr txBox="1"/>
          <p:nvPr/>
        </p:nvSpPr>
        <p:spPr>
          <a:xfrm>
            <a:off x="926592" y="1073035"/>
            <a:ext cx="10006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All</a:t>
            </a:r>
            <a:r>
              <a:rPr kumimoji="1" lang="zh-CN" altLang="en-US" dirty="0"/>
              <a:t> </a:t>
            </a:r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recent</a:t>
            </a:r>
            <a:r>
              <a:rPr kumimoji="1" lang="zh-CN" altLang="en-US" dirty="0"/>
              <a:t> </a:t>
            </a:r>
            <a:r>
              <a:rPr kumimoji="1" lang="en-US" altLang="zh-CN" dirty="0"/>
              <a:t>issues:</a:t>
            </a:r>
            <a:r>
              <a:rPr kumimoji="1" lang="zh-CN" altLang="en-US" dirty="0"/>
              <a:t> </a:t>
            </a:r>
            <a:r>
              <a:rPr kumimoji="1" lang="en" altLang="zh-CN" dirty="0"/>
              <a:t>https://</a:t>
            </a:r>
            <a:r>
              <a:rPr kumimoji="1" lang="en" altLang="zh-CN" dirty="0" err="1"/>
              <a:t>github.com</a:t>
            </a:r>
            <a:r>
              <a:rPr kumimoji="1" lang="en" altLang="zh-CN" dirty="0"/>
              <a:t>/</a:t>
            </a:r>
            <a:r>
              <a:rPr kumimoji="1" lang="en" altLang="zh-CN" dirty="0" err="1"/>
              <a:t>jeandle</a:t>
            </a:r>
            <a:r>
              <a:rPr kumimoji="1" lang="en" altLang="zh-CN" dirty="0"/>
              <a:t>/community/issues/17#issuecomment-3519577721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B7FAB5-4B6B-F2DD-21B7-8487BAC6A0B3}"/>
              </a:ext>
            </a:extLst>
          </p:cNvPr>
          <p:cNvSpPr txBox="1"/>
          <p:nvPr/>
        </p:nvSpPr>
        <p:spPr>
          <a:xfrm>
            <a:off x="810768" y="4162208"/>
            <a:ext cx="11400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Others:</a:t>
            </a:r>
            <a:endParaRPr kumimoji="1"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B7870BA-7E94-12B1-55CF-83DC8519C507}"/>
              </a:ext>
            </a:extLst>
          </p:cNvPr>
          <p:cNvSpPr txBox="1"/>
          <p:nvPr/>
        </p:nvSpPr>
        <p:spPr>
          <a:xfrm>
            <a:off x="1152145" y="4623873"/>
            <a:ext cx="10277856" cy="9687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Provide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</a:t>
            </a:r>
            <a:r>
              <a:rPr kumimoji="1" lang="zh-CN" altLang="en-US" sz="2000" dirty="0"/>
              <a:t> </a:t>
            </a:r>
            <a:r>
              <a:rPr kumimoji="1" lang="en-US" altLang="zh-CN" sz="2000" dirty="0" err="1"/>
              <a:t>dockerfile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to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build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develop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environment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" altLang="zh-CN" sz="2000" dirty="0"/>
              <a:t>Restrict the GC in </a:t>
            </a:r>
            <a:r>
              <a:rPr lang="en" altLang="zh-CN" sz="2000" dirty="0" err="1"/>
              <a:t>Jeandle</a:t>
            </a:r>
            <a:r>
              <a:rPr lang="en" altLang="zh-CN" sz="2000" dirty="0"/>
              <a:t> to Serial until other GCs are supported</a:t>
            </a:r>
          </a:p>
        </p:txBody>
      </p:sp>
    </p:spTree>
    <p:extLst>
      <p:ext uri="{BB962C8B-B14F-4D97-AF65-F5344CB8AC3E}">
        <p14:creationId xmlns:p14="http://schemas.microsoft.com/office/powerpoint/2010/main" val="780127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C973-9D30-F2BF-4F11-B5185231E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1" hidden="1">
            <a:extLst>
              <a:ext uri="{FF2B5EF4-FFF2-40B4-BE49-F238E27FC236}">
                <a16:creationId xmlns:a16="http://schemas.microsoft.com/office/drawing/2014/main" id="{652D82FA-9C4E-5B37-29A0-5340BED271FE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5140B6A-B963-498E-7249-65AE4F992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768" y="6376415"/>
            <a:ext cx="1359928" cy="356119"/>
          </a:xfrm>
          <a:prstGeom prst="rect">
            <a:avLst/>
          </a:prstGeom>
        </p:spPr>
      </p:pic>
      <p:sp>
        <p:nvSpPr>
          <p:cNvPr id="20" name="文本框 12" hidden="1">
            <a:extLst>
              <a:ext uri="{FF2B5EF4-FFF2-40B4-BE49-F238E27FC236}">
                <a16:creationId xmlns:a16="http://schemas.microsoft.com/office/drawing/2014/main" id="{D4077615-9078-FF7B-E709-D14A910CECEF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EF5A326-D6CC-9661-FF0E-5429C62EB01D}"/>
              </a:ext>
            </a:extLst>
          </p:cNvPr>
          <p:cNvSpPr txBox="1"/>
          <p:nvPr/>
        </p:nvSpPr>
        <p:spPr>
          <a:xfrm>
            <a:off x="573024" y="414528"/>
            <a:ext cx="30251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2.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Next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Phase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Plan</a:t>
            </a:r>
            <a:endParaRPr kumimoji="1"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54D47F-9E07-BE0C-CE0E-671C4085FAAB}"/>
              </a:ext>
            </a:extLst>
          </p:cNvPr>
          <p:cNvSpPr txBox="1"/>
          <p:nvPr/>
        </p:nvSpPr>
        <p:spPr>
          <a:xfrm>
            <a:off x="975360" y="1365504"/>
            <a:ext cx="44085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Main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issues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for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next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two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weeks:</a:t>
            </a:r>
            <a:endParaRPr kumimoji="1"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0BEA6A-25A1-8FA0-7ADD-A3FF611D353E}"/>
              </a:ext>
            </a:extLst>
          </p:cNvPr>
          <p:cNvSpPr txBox="1"/>
          <p:nvPr/>
        </p:nvSpPr>
        <p:spPr>
          <a:xfrm>
            <a:off x="1574259" y="2023872"/>
            <a:ext cx="5136342" cy="2353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Add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null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checks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for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needed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bytecodes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Uncommon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trap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Implement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“</a:t>
            </a:r>
            <a:r>
              <a:rPr kumimoji="1" lang="en-US" altLang="zh-CN" sz="2000" dirty="0" err="1"/>
              <a:t>checkcast</a:t>
            </a:r>
            <a:r>
              <a:rPr kumimoji="1" lang="en-US" altLang="zh-CN" sz="2000" dirty="0"/>
              <a:t>”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Support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stack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overflow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check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sz="2000" dirty="0"/>
              <a:t>Support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exception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processing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for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AArch64</a:t>
            </a:r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67140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88A83-A6C9-D6B4-971B-9304F394D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1" hidden="1">
            <a:extLst>
              <a:ext uri="{FF2B5EF4-FFF2-40B4-BE49-F238E27FC236}">
                <a16:creationId xmlns:a16="http://schemas.microsoft.com/office/drawing/2014/main" id="{CE2ABA19-8B49-C15F-4440-F06F66EC0204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5FBB1F4-5109-35E7-A10E-FC7C820AC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768" y="6376415"/>
            <a:ext cx="1359928" cy="356119"/>
          </a:xfrm>
          <a:prstGeom prst="rect">
            <a:avLst/>
          </a:prstGeom>
        </p:spPr>
      </p:pic>
      <p:sp>
        <p:nvSpPr>
          <p:cNvPr id="20" name="文本框 12" hidden="1">
            <a:extLst>
              <a:ext uri="{FF2B5EF4-FFF2-40B4-BE49-F238E27FC236}">
                <a16:creationId xmlns:a16="http://schemas.microsoft.com/office/drawing/2014/main" id="{C96D3525-C515-9592-C97B-AD0F327BE815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CC87CD5-10A5-CD07-7F99-8E280FFC11E7}"/>
              </a:ext>
            </a:extLst>
          </p:cNvPr>
          <p:cNvSpPr txBox="1"/>
          <p:nvPr/>
        </p:nvSpPr>
        <p:spPr>
          <a:xfrm>
            <a:off x="573024" y="414528"/>
            <a:ext cx="26548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3.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New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Member</a:t>
            </a:r>
            <a:endParaRPr kumimoji="1"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82FC5BA-072C-CE1F-F11E-EC9C44BEF22B}"/>
              </a:ext>
            </a:extLst>
          </p:cNvPr>
          <p:cNvSpPr txBox="1"/>
          <p:nvPr/>
        </p:nvSpPr>
        <p:spPr>
          <a:xfrm>
            <a:off x="1045095" y="1014603"/>
            <a:ext cx="50706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New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Committer: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Min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Chao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@Huawei</a:t>
            </a:r>
            <a:endParaRPr kumimoji="1" lang="zh-CN" altLang="en-US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28C14FF-1469-CEE2-14B4-2A004CC0CE94}"/>
              </a:ext>
            </a:extLst>
          </p:cNvPr>
          <p:cNvSpPr txBox="1"/>
          <p:nvPr/>
        </p:nvSpPr>
        <p:spPr>
          <a:xfrm>
            <a:off x="2006100" y="1918213"/>
            <a:ext cx="8290560" cy="2671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2860"/>
              </a:lnSpc>
              <a:buFont typeface="Arial" panose="020B0604020202020204" pitchFamily="34" charset="0"/>
              <a:buChar char="•"/>
            </a:pPr>
            <a:r>
              <a:rPr lang="en" altLang="zh-CN" sz="2000" dirty="0"/>
              <a:t>He excellently implemented various bytecode features, including </a:t>
            </a:r>
            <a:r>
              <a:rPr lang="en" altLang="zh-CN" sz="2000" dirty="0" err="1"/>
              <a:t>invokedynamic</a:t>
            </a:r>
            <a:r>
              <a:rPr lang="en" altLang="zh-CN" sz="2000" dirty="0"/>
              <a:t>, </a:t>
            </a:r>
            <a:r>
              <a:rPr lang="en" altLang="zh-CN" sz="2000" dirty="0" err="1"/>
              <a:t>invokespecial</a:t>
            </a:r>
            <a:r>
              <a:rPr lang="en" altLang="zh-CN" sz="2000" dirty="0"/>
              <a:t>, and others, demonstrating outstanding development skills and a deep understanding of both the </a:t>
            </a:r>
            <a:r>
              <a:rPr lang="en" altLang="zh-CN" sz="2000" dirty="0" err="1"/>
              <a:t>Jeandle</a:t>
            </a:r>
            <a:r>
              <a:rPr lang="en" altLang="zh-CN" sz="2000" dirty="0"/>
              <a:t> project and the JVM.</a:t>
            </a:r>
          </a:p>
          <a:p>
            <a:pPr marL="342900" indent="-342900">
              <a:lnSpc>
                <a:spcPts val="2860"/>
              </a:lnSpc>
              <a:buFont typeface="Arial" panose="020B0604020202020204" pitchFamily="34" charset="0"/>
              <a:buChar char="•"/>
            </a:pPr>
            <a:r>
              <a:rPr lang="en" altLang="zh-CN" sz="2000" dirty="0"/>
              <a:t>As an outstanding engineer, he has demonstrated his capabilities in </a:t>
            </a:r>
            <a:r>
              <a:rPr lang="en" altLang="zh-CN" sz="2000" dirty="0" err="1"/>
              <a:t>Jeandle</a:t>
            </a:r>
            <a:r>
              <a:rPr lang="en" altLang="zh-CN" sz="2000" dirty="0"/>
              <a:t> project with great attention to detail and a strong sense of dedication</a:t>
            </a:r>
            <a:endParaRPr kumimoji="1" lang="zh-CN" altLang="en-US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BBFDE63-43B5-E0B5-CA42-D28AC4ABF4F5}"/>
              </a:ext>
            </a:extLst>
          </p:cNvPr>
          <p:cNvSpPr txBox="1"/>
          <p:nvPr/>
        </p:nvSpPr>
        <p:spPr>
          <a:xfrm>
            <a:off x="1264551" y="1571955"/>
            <a:ext cx="24176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Nomination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Reason:</a:t>
            </a:r>
            <a:endParaRPr kumimoji="1" lang="zh-CN" altLang="en-US" sz="2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EF82754-8B97-2D06-05B4-D03AFBE37791}"/>
              </a:ext>
            </a:extLst>
          </p:cNvPr>
          <p:cNvSpPr txBox="1"/>
          <p:nvPr/>
        </p:nvSpPr>
        <p:spPr>
          <a:xfrm>
            <a:off x="1264551" y="4590193"/>
            <a:ext cx="14830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000" dirty="0"/>
              <a:t>Future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Plan:</a:t>
            </a:r>
            <a:endParaRPr kumimoji="1" lang="zh-CN" altLang="en-US" sz="20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251CAA-3B5E-7B2C-CAFE-79DE79AA5A31}"/>
              </a:ext>
            </a:extLst>
          </p:cNvPr>
          <p:cNvSpPr txBox="1"/>
          <p:nvPr/>
        </p:nvSpPr>
        <p:spPr>
          <a:xfrm>
            <a:off x="1554480" y="5106079"/>
            <a:ext cx="9765792" cy="737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600"/>
              </a:lnSpc>
            </a:pPr>
            <a:r>
              <a:rPr lang="en" altLang="zh-CN" sz="2000" dirty="0"/>
              <a:t>He will continue to develop complex modules for </a:t>
            </a:r>
            <a:r>
              <a:rPr lang="en" altLang="zh-CN" sz="2000" dirty="0" err="1"/>
              <a:t>Jeandle</a:t>
            </a:r>
            <a:r>
              <a:rPr lang="en" altLang="zh-CN" sz="2000" dirty="0"/>
              <a:t> project, as well as work on various aspects such as AArch64 architecture porting and performance optimization.</a:t>
            </a:r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796770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281C6-6A42-A8F5-DA77-663E97582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1" hidden="1">
            <a:extLst>
              <a:ext uri="{FF2B5EF4-FFF2-40B4-BE49-F238E27FC236}">
                <a16:creationId xmlns:a16="http://schemas.microsoft.com/office/drawing/2014/main" id="{2D034814-E5CE-C0ED-9144-219F3AD61475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92650C5-27DD-B55D-D365-EB7E9A386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768" y="6376415"/>
            <a:ext cx="1359928" cy="356119"/>
          </a:xfrm>
          <a:prstGeom prst="rect">
            <a:avLst/>
          </a:prstGeom>
        </p:spPr>
      </p:pic>
      <p:sp>
        <p:nvSpPr>
          <p:cNvPr id="20" name="文本框 12" hidden="1">
            <a:extLst>
              <a:ext uri="{FF2B5EF4-FFF2-40B4-BE49-F238E27FC236}">
                <a16:creationId xmlns:a16="http://schemas.microsoft.com/office/drawing/2014/main" id="{3A20710D-DC8F-AE23-96B9-E474465A8BD2}"/>
              </a:ext>
            </a:extLst>
          </p:cNvPr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CEB11A7-3B49-4277-1734-BB719C51DA16}"/>
              </a:ext>
            </a:extLst>
          </p:cNvPr>
          <p:cNvSpPr txBox="1"/>
          <p:nvPr/>
        </p:nvSpPr>
        <p:spPr>
          <a:xfrm>
            <a:off x="573024" y="414528"/>
            <a:ext cx="26548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3.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New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Member</a:t>
            </a:r>
            <a:endParaRPr kumimoji="1" lang="zh-CN" altLang="en-US" sz="28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5B697AA-F987-EE02-87EF-2662410648DA}"/>
              </a:ext>
            </a:extLst>
          </p:cNvPr>
          <p:cNvSpPr txBox="1"/>
          <p:nvPr/>
        </p:nvSpPr>
        <p:spPr>
          <a:xfrm>
            <a:off x="1057287" y="1145186"/>
            <a:ext cx="2467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/>
              <a:t>New</a:t>
            </a:r>
            <a:r>
              <a:rPr kumimoji="1" lang="zh-CN" altLang="en-US" sz="2400" dirty="0"/>
              <a:t> </a:t>
            </a:r>
            <a:r>
              <a:rPr kumimoji="1" lang="en-US" altLang="zh-CN" sz="2400" dirty="0"/>
              <a:t>Contributor:</a:t>
            </a:r>
            <a:endParaRPr kumimoji="1"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E0A0D4-80A0-ED63-25CF-AD7EAD8FAE49}"/>
              </a:ext>
            </a:extLst>
          </p:cNvPr>
          <p:cNvSpPr txBox="1"/>
          <p:nvPr/>
        </p:nvSpPr>
        <p:spPr>
          <a:xfrm>
            <a:off x="1669634" y="1814289"/>
            <a:ext cx="18549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" altLang="zh-CN" sz="2000" dirty="0" err="1"/>
              <a:t>Anjian</a:t>
            </a:r>
            <a:r>
              <a:rPr lang="en" altLang="zh-CN" sz="2000" dirty="0"/>
              <a:t>-Wen</a:t>
            </a:r>
            <a:endParaRPr kumimoji="1"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53635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E6546-FC2B-31C0-A13C-07F5AEC8C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EB14F6A-FAF7-381D-22CF-8300D223B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714" y="1626562"/>
            <a:ext cx="7312572" cy="191491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E997027-EC57-F3F4-BB07-D8AA4EEFF477}"/>
              </a:ext>
            </a:extLst>
          </p:cNvPr>
          <p:cNvSpPr txBox="1"/>
          <p:nvPr/>
        </p:nvSpPr>
        <p:spPr>
          <a:xfrm>
            <a:off x="4458372" y="3832372"/>
            <a:ext cx="32752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Thanks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for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listening!</a:t>
            </a:r>
            <a:endParaRPr kumimoji="1" lang="zh-CN" altLang="en-US" sz="2800" dirty="0"/>
          </a:p>
        </p:txBody>
      </p:sp>
      <p:sp>
        <p:nvSpPr>
          <p:cNvPr id="6" name="文本框 3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BBAAD9C20180234D78A0072836F0BA4062B9B2021ACADBB0A3D98934B1662BE90B44B338016CFB0A22C929089846A8EBDCE9215AC1D02B711BBFC2E5787E3FD724FD34AD372499F754CF2487686243B26F4CE8C973B2C21308BB119F2EE60CD8DFE6229BCE3</a:t>
            </a:r>
          </a:p>
        </p:txBody>
      </p:sp>
      <p:sp>
        <p:nvSpPr>
          <p:cNvPr id="8" name="文本框 4" hidden="1"/>
          <p:cNvSpPr txBox="1"/>
          <p:nvPr/>
        </p:nvSpPr>
        <p:spPr>
          <a:xfrm>
            <a:off x="-300000" y="0"/>
            <a:ext cx="0" cy="0"/>
          </a:xfrm>
          <a:prstGeom prst="rect">
            <a:avLst/>
          </a:prstGeom>
          <a:solidFill>
            <a:srgbClr val="FFFFFF"/>
          </a:solidFill>
        </p:spPr>
        <p:txBody>
          <a:bodyPr rtlCol="0" anchor="t"/>
          <a:lstStyle/>
          <a:p>
            <a:pPr algn="l"/>
            <a:endParaRPr lang="en-US" sz="1100"/>
          </a:p>
          <a:p>
            <a:pPr>
              <a:buClr>
                <a:srgbClr val="FFFFFF"/>
              </a:buClr>
            </a:pPr>
            <a:r>
              <a:rPr lang="en-US">
                <a:solidFill>
                  <a:srgbClr val="FFFFFF"/>
                </a:solidFill>
              </a:rPr>
              <a:t>BBAAD9C20180234D78A0072836F0B110F2B9B20719072BE0A6D98A36B1092B295B4DBF3851685B062209200898466AEB4AE921AAA1D02B511BBFC2177DAE35D524FC95AD502769A7E4082DB765A24C5F2CCDE1CE7D98127F58192190FC915CD8DC162A972E3</a:t>
            </a:r>
          </a:p>
        </p:txBody>
      </p:sp>
    </p:spTree>
    <p:extLst>
      <p:ext uri="{BB962C8B-B14F-4D97-AF65-F5344CB8AC3E}">
        <p14:creationId xmlns:p14="http://schemas.microsoft.com/office/powerpoint/2010/main" val="2296959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8826</TotalTime>
  <Words>223</Words>
  <Application>Microsoft Macintosh PowerPoint</Application>
  <PresentationFormat>宽屏</PresentationFormat>
  <Paragraphs>54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0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taofengliu</dc:creator>
  <cp:lastModifiedBy>taofengliu</cp:lastModifiedBy>
  <cp:revision>32</cp:revision>
  <dcterms:created xsi:type="dcterms:W3CDTF">2025-06-30T08:06:34Z</dcterms:created>
  <dcterms:modified xsi:type="dcterms:W3CDTF">2025-11-13T10:47:07Z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perty1">
    <vt:lpwstr>BBAAD9C20180234D78A0072836F0BA4062B9B2021ACADBB0A3D98934B1662BE90B44B338016CFB0A22C929089846A8EBDCE9215AC1D02B711BBFC2E5787E3FD724FD34AD372499F754CF2487686243B26F4CE8C973B2C21308BB119F2EE60CD8DFE6229BCE3</vt:lpwstr>
  </property>
  <property fmtid="{D5CDD505-2E9C-101B-9397-08002B2CF9AE}" pid="3" name="property2">
    <vt:lpwstr>BBAAD9C20180234D78A0072836F0B110F2B9B20719072BE0A6D98A36B1092B295B4DBF3851685B062209200898466AEB4AE921AAA1D02B511BBFC2177DAE35D524FC95AD502769A7E4082DB765A24C5F2CCDE1CE7D98127F58192190FC915CD8DC162A972E3</vt:lpwstr>
  </property>
</Properties>
</file>